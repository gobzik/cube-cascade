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256" r:id="rId5"/>
    <p:sldId id="302" r:id="rId6"/>
    <p:sldId id="303" r:id="rId7"/>
    <p:sldId id="280" r:id="rId8"/>
    <p:sldId id="301" r:id="rId9"/>
    <p:sldId id="305" r:id="rId10"/>
    <p:sldId id="312" r:id="rId11"/>
    <p:sldId id="306" r:id="rId12"/>
    <p:sldId id="309" r:id="rId13"/>
    <p:sldId id="304" r:id="rId14"/>
    <p:sldId id="308" r:id="rId15"/>
    <p:sldId id="281" r:id="rId16"/>
  </p:sldIdLst>
  <p:sldSz cx="12192000" cy="6858000"/>
  <p:notesSz cx="6858000" cy="9144000"/>
  <p:defaultTextStyle>
    <a:defPPr rtl="0">
      <a:defRPr lang="ru-MO"/>
    </a:defPPr>
    <a:lvl1pPr marL="0" algn="l" defTabSz="914400" rtl="0" eaLnBrk="1" latinLnBrk="0" hangingPunct="1">
      <a:defRPr lang="ru-MO" sz="1800" kern="1200">
        <a:solidFill>
          <a:schemeClr val="tx1"/>
        </a:solidFill>
        <a:latin typeface="+mn-lt"/>
        <a:ea typeface="+mn-ea"/>
        <a:cs typeface="+mn-cs"/>
      </a:defRPr>
    </a:lvl1pPr>
    <a:lvl2pPr marL="457200" algn="l" defTabSz="914400" rtl="0" eaLnBrk="1" latinLnBrk="0" hangingPunct="1">
      <a:defRPr lang="ru-MO" sz="1800" kern="1200">
        <a:solidFill>
          <a:schemeClr val="tx1"/>
        </a:solidFill>
        <a:latin typeface="+mn-lt"/>
        <a:ea typeface="+mn-ea"/>
        <a:cs typeface="+mn-cs"/>
      </a:defRPr>
    </a:lvl2pPr>
    <a:lvl3pPr marL="914400" algn="l" defTabSz="914400" rtl="0" eaLnBrk="1" latinLnBrk="0" hangingPunct="1">
      <a:defRPr lang="ru-MO" sz="1800" kern="1200">
        <a:solidFill>
          <a:schemeClr val="tx1"/>
        </a:solidFill>
        <a:latin typeface="+mn-lt"/>
        <a:ea typeface="+mn-ea"/>
        <a:cs typeface="+mn-cs"/>
      </a:defRPr>
    </a:lvl3pPr>
    <a:lvl4pPr marL="1371600" algn="l" defTabSz="914400" rtl="0" eaLnBrk="1" latinLnBrk="0" hangingPunct="1">
      <a:defRPr lang="ru-MO" sz="1800" kern="1200">
        <a:solidFill>
          <a:schemeClr val="tx1"/>
        </a:solidFill>
        <a:latin typeface="+mn-lt"/>
        <a:ea typeface="+mn-ea"/>
        <a:cs typeface="+mn-cs"/>
      </a:defRPr>
    </a:lvl4pPr>
    <a:lvl5pPr marL="1828800" algn="l" defTabSz="914400" rtl="0" eaLnBrk="1" latinLnBrk="0" hangingPunct="1">
      <a:defRPr lang="ru-MO" sz="1800" kern="1200">
        <a:solidFill>
          <a:schemeClr val="tx1"/>
        </a:solidFill>
        <a:latin typeface="+mn-lt"/>
        <a:ea typeface="+mn-ea"/>
        <a:cs typeface="+mn-cs"/>
      </a:defRPr>
    </a:lvl5pPr>
    <a:lvl6pPr marL="2286000" algn="l" defTabSz="914400" rtl="0" eaLnBrk="1" latinLnBrk="0" hangingPunct="1">
      <a:defRPr lang="ru-MO" sz="1800" kern="1200">
        <a:solidFill>
          <a:schemeClr val="tx1"/>
        </a:solidFill>
        <a:latin typeface="+mn-lt"/>
        <a:ea typeface="+mn-ea"/>
        <a:cs typeface="+mn-cs"/>
      </a:defRPr>
    </a:lvl6pPr>
    <a:lvl7pPr marL="2743200" algn="l" defTabSz="914400" rtl="0" eaLnBrk="1" latinLnBrk="0" hangingPunct="1">
      <a:defRPr lang="ru-MO" sz="1800" kern="1200">
        <a:solidFill>
          <a:schemeClr val="tx1"/>
        </a:solidFill>
        <a:latin typeface="+mn-lt"/>
        <a:ea typeface="+mn-ea"/>
        <a:cs typeface="+mn-cs"/>
      </a:defRPr>
    </a:lvl7pPr>
    <a:lvl8pPr marL="3200400" algn="l" defTabSz="914400" rtl="0" eaLnBrk="1" latinLnBrk="0" hangingPunct="1">
      <a:defRPr lang="ru-MO" sz="1800" kern="1200">
        <a:solidFill>
          <a:schemeClr val="tx1"/>
        </a:solidFill>
        <a:latin typeface="+mn-lt"/>
        <a:ea typeface="+mn-ea"/>
        <a:cs typeface="+mn-cs"/>
      </a:defRPr>
    </a:lvl8pPr>
    <a:lvl9pPr marL="3657600" algn="l" defTabSz="914400" rtl="0" eaLnBrk="1" latinLnBrk="0" hangingPunct="1">
      <a:defRPr lang="ru-MO"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7296" userDrawn="1">
          <p15:clr>
            <a:srgbClr val="A4A3A4"/>
          </p15:clr>
        </p15:guide>
        <p15:guide id="2" pos="384" userDrawn="1">
          <p15:clr>
            <a:srgbClr val="A4A3A4"/>
          </p15:clr>
        </p15:guide>
        <p15:guide id="3" orient="horz" pos="528" userDrawn="1">
          <p15:clr>
            <a:srgbClr val="A4A3A4"/>
          </p15:clr>
        </p15:guide>
        <p15:guide id="4" orient="horz" pos="3552" userDrawn="1">
          <p15:clr>
            <a:srgbClr val="A4A3A4"/>
          </p15:clr>
        </p15:guide>
        <p15:guide id="5" orient="horz" pos="768" userDrawn="1">
          <p15:clr>
            <a:srgbClr val="A4A3A4"/>
          </p15:clr>
        </p15:guide>
        <p15:guide id="7" pos="4032" userDrawn="1">
          <p15:clr>
            <a:srgbClr val="A4A3A4"/>
          </p15:clr>
        </p15:guide>
        <p15:guide id="9" pos="3648" userDrawn="1">
          <p15:clr>
            <a:srgbClr val="A4A3A4"/>
          </p15:clr>
        </p15:guide>
        <p15:guide id="10" orient="horz" pos="1536" userDrawn="1">
          <p15:clr>
            <a:srgbClr val="A4A3A4"/>
          </p15:clr>
        </p15:guide>
        <p15:guide id="11" orient="horz" pos="18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Автор"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5701"/>
  </p:normalViewPr>
  <p:slideViewPr>
    <p:cSldViewPr>
      <p:cViewPr varScale="1">
        <p:scale>
          <a:sx n="109" d="100"/>
          <a:sy n="109" d="100"/>
        </p:scale>
        <p:origin x="612" y="114"/>
      </p:cViewPr>
      <p:guideLst>
        <p:guide pos="7296"/>
        <p:guide pos="384"/>
        <p:guide orient="horz" pos="528"/>
        <p:guide orient="horz" pos="3552"/>
        <p:guide orient="horz" pos="768"/>
        <p:guide pos="4032"/>
        <p:guide pos="3648"/>
        <p:guide orient="horz" pos="1536"/>
        <p:guide orient="horz" pos="1872"/>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69" d="100"/>
          <a:sy n="69" d="100"/>
        </p:scale>
        <p:origin x="2764"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Ряд 1</c:v>
                </c:pt>
              </c:strCache>
            </c:strRef>
          </c:tx>
          <c:spPr>
            <a:solidFill>
              <a:schemeClr val="accent1">
                <a:lumMod val="90000"/>
              </a:schemeClr>
            </a:solidFill>
            <a:ln>
              <a:noFill/>
            </a:ln>
            <a:effectLst/>
          </c:spPr>
          <c:invertIfNegative val="0"/>
          <c:cat>
            <c:strRef>
              <c:f>Sheet1!$A$2:$A$5</c:f>
              <c:strCache>
                <c:ptCount val="4"/>
                <c:pt idx="0">
                  <c:v>1-й кв.</c:v>
                </c:pt>
                <c:pt idx="1">
                  <c:v>2-й кв.</c:v>
                </c:pt>
                <c:pt idx="2">
                  <c:v>3-й кв.</c:v>
                </c:pt>
                <c:pt idx="3">
                  <c:v>4-й кв.</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0BA-4964-AEBE-5952BCEF4793}"/>
            </c:ext>
          </c:extLst>
        </c:ser>
        <c:ser>
          <c:idx val="1"/>
          <c:order val="1"/>
          <c:tx>
            <c:strRef>
              <c:f>Sheet1!$C$1</c:f>
              <c:strCache>
                <c:ptCount val="1"/>
                <c:pt idx="0">
                  <c:v>Ряд 2</c:v>
                </c:pt>
              </c:strCache>
            </c:strRef>
          </c:tx>
          <c:spPr>
            <a:solidFill>
              <a:schemeClr val="accent6"/>
            </a:solidFill>
            <a:ln>
              <a:noFill/>
            </a:ln>
            <a:effectLst/>
          </c:spPr>
          <c:invertIfNegative val="0"/>
          <c:cat>
            <c:strRef>
              <c:f>Sheet1!$A$2:$A$5</c:f>
              <c:strCache>
                <c:ptCount val="4"/>
                <c:pt idx="0">
                  <c:v>1-й кв.</c:v>
                </c:pt>
                <c:pt idx="1">
                  <c:v>2-й кв.</c:v>
                </c:pt>
                <c:pt idx="2">
                  <c:v>3-й кв.</c:v>
                </c:pt>
                <c:pt idx="3">
                  <c:v>4-й кв.</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0BA-4964-AEBE-5952BCEF4793}"/>
            </c:ext>
          </c:extLst>
        </c:ser>
        <c:ser>
          <c:idx val="2"/>
          <c:order val="2"/>
          <c:tx>
            <c:strRef>
              <c:f>Sheet1!$D$1</c:f>
              <c:strCache>
                <c:ptCount val="1"/>
                <c:pt idx="0">
                  <c:v>Ряд 3</c:v>
                </c:pt>
              </c:strCache>
            </c:strRef>
          </c:tx>
          <c:spPr>
            <a:solidFill>
              <a:schemeClr val="accent2">
                <a:lumMod val="90000"/>
              </a:schemeClr>
            </a:solidFill>
            <a:ln>
              <a:noFill/>
            </a:ln>
            <a:effectLst/>
          </c:spPr>
          <c:invertIfNegative val="0"/>
          <c:cat>
            <c:strRef>
              <c:f>Sheet1!$A$2:$A$5</c:f>
              <c:strCache>
                <c:ptCount val="4"/>
                <c:pt idx="0">
                  <c:v>1-й кв.</c:v>
                </c:pt>
                <c:pt idx="1">
                  <c:v>2-й кв.</c:v>
                </c:pt>
                <c:pt idx="2">
                  <c:v>3-й кв.</c:v>
                </c:pt>
                <c:pt idx="3">
                  <c:v>4-й кв.</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00BA-4964-AEBE-5952BCEF4793}"/>
            </c:ext>
          </c:extLst>
        </c:ser>
        <c:dLbls>
          <c:showLegendKey val="0"/>
          <c:showVal val="0"/>
          <c:showCatName val="0"/>
          <c:showSerName val="0"/>
          <c:showPercent val="0"/>
          <c:showBubbleSize val="0"/>
        </c:dLbls>
        <c:gapWidth val="218"/>
        <c:overlap val="-27"/>
        <c:axId val="1958845040"/>
        <c:axId val="1994725328"/>
      </c:barChart>
      <c:catAx>
        <c:axId val="19588450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spc="100" baseline="0">
                <a:solidFill>
                  <a:schemeClr val="tx1"/>
                </a:solidFill>
                <a:latin typeface="Arial" panose="020B0604020202020204" pitchFamily="34" charset="0"/>
                <a:ea typeface="+mn-ea"/>
                <a:cs typeface="Arial" panose="020B0604020202020204" pitchFamily="34" charset="0"/>
              </a:defRPr>
            </a:pPr>
            <a:endParaRPr lang="ru-RU"/>
          </a:p>
        </c:txPr>
        <c:crossAx val="1994725328"/>
        <c:crosses val="autoZero"/>
        <c:auto val="1"/>
        <c:lblAlgn val="ctr"/>
        <c:lblOffset val="100"/>
        <c:noMultiLvlLbl val="0"/>
      </c:catAx>
      <c:valAx>
        <c:axId val="1994725328"/>
        <c:scaling>
          <c:orientation val="minMax"/>
        </c:scaling>
        <c:delete val="0"/>
        <c:axPos val="l"/>
        <c:majorGridlines>
          <c:spPr>
            <a:ln w="9525" cap="flat" cmpd="sng" algn="ctr">
              <a:solidFill>
                <a:schemeClr val="bg1"/>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solidFill>
                <a:latin typeface="Arial" panose="020B0604020202020204" pitchFamily="34" charset="0"/>
                <a:ea typeface="+mn-ea"/>
                <a:cs typeface="Arial" panose="020B0604020202020204" pitchFamily="34" charset="0"/>
              </a:defRPr>
            </a:pPr>
            <a:endParaRPr lang="ru-RU"/>
          </a:p>
        </c:txPr>
        <c:crossAx val="19588450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spc="100" baseline="0">
              <a:solidFill>
                <a:schemeClr val="tx1"/>
              </a:solidFill>
              <a:latin typeface="Arial" panose="020B0604020202020204" pitchFamily="34" charset="0"/>
              <a:ea typeface="+mn-ea"/>
              <a:cs typeface="Arial" panose="020B0604020202020204" pitchFamily="34" charset="0"/>
            </a:defRPr>
          </a:pPr>
          <a:endParaRPr lang="ru-RU"/>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ru-RU"/>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drawing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68A1FE84-38D8-3E6D-BD8A-C6F47EC1FE26}"/>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7611537" cy="5649113"/>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3" name="chart">
          <a:extLst xmlns:a="http://schemas.openxmlformats.org/drawingml/2006/main">
            <a:ext uri="{FF2B5EF4-FFF2-40B4-BE49-F238E27FC236}">
              <a16:creationId xmlns:a16="http://schemas.microsoft.com/office/drawing/2014/main" id="{EC572ADC-9105-9FA9-0702-66A7CFFA3216}"/>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2"/>
        <a:stretch xmlns:a="http://schemas.openxmlformats.org/drawingml/2006/main">
          <a:fillRect/>
        </a:stretch>
      </cdr:blipFill>
      <cdr:spPr>
        <a:xfrm xmlns:a="http://schemas.openxmlformats.org/drawingml/2006/main">
          <a:off x="0" y="0"/>
          <a:ext cx="7554379" cy="5982535"/>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4" name="chart">
          <a:extLst xmlns:a="http://schemas.openxmlformats.org/drawingml/2006/main">
            <a:ext uri="{FF2B5EF4-FFF2-40B4-BE49-F238E27FC236}">
              <a16:creationId xmlns:a16="http://schemas.microsoft.com/office/drawing/2014/main" id="{EDE7788B-6467-6600-E5CF-71A83731F194}"/>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3"/>
        <a:stretch xmlns:a="http://schemas.openxmlformats.org/drawingml/2006/main">
          <a:fillRect/>
        </a:stretch>
      </cdr:blipFill>
      <cdr:spPr>
        <a:xfrm xmlns:a="http://schemas.openxmlformats.org/drawingml/2006/main">
          <a:off x="0" y="0"/>
          <a:ext cx="4519735" cy="3145903"/>
        </a:xfrm>
        <a:prstGeom xmlns:a="http://schemas.openxmlformats.org/drawingml/2006/main" prst="rect">
          <a:avLst/>
        </a:prstGeom>
      </cdr:spPr>
    </cdr:pic>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796DF4A1-647D-45ED-4039-DB1F96860E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ru-MO" sz="1200"/>
            </a:lvl1pPr>
          </a:lstStyle>
          <a:p>
            <a:pPr rtl="0"/>
            <a:endParaRPr lang="ru-RU"/>
          </a:p>
        </p:txBody>
      </p:sp>
      <p:sp>
        <p:nvSpPr>
          <p:cNvPr id="3" name="Дата 2">
            <a:extLst>
              <a:ext uri="{FF2B5EF4-FFF2-40B4-BE49-F238E27FC236}">
                <a16:creationId xmlns:a16="http://schemas.microsoft.com/office/drawing/2014/main" id="{B45B069F-A8F2-8387-8C92-A2E5464B75D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ru-MO" sz="1200"/>
            </a:lvl1pPr>
          </a:lstStyle>
          <a:p>
            <a:pPr rtl="0"/>
            <a:fld id="{653DF011-7E5D-410B-B704-516B718BB50A}" type="datetime1">
              <a:rPr lang="ru-RU" smtClean="0"/>
              <a:t>04.02.2025</a:t>
            </a:fld>
            <a:endParaRPr lang="ru-RU" dirty="0"/>
          </a:p>
        </p:txBody>
      </p:sp>
      <p:sp>
        <p:nvSpPr>
          <p:cNvPr id="4" name="Нижний колонтитул 3">
            <a:extLst>
              <a:ext uri="{FF2B5EF4-FFF2-40B4-BE49-F238E27FC236}">
                <a16:creationId xmlns:a16="http://schemas.microsoft.com/office/drawing/2014/main" id="{3510553D-995D-EFE2-4EAC-170D76D066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ru-MO" sz="1200"/>
            </a:lvl1pPr>
          </a:lstStyle>
          <a:p>
            <a:pPr rtl="0"/>
            <a:endParaRPr lang="ru-RU"/>
          </a:p>
        </p:txBody>
      </p:sp>
      <p:sp>
        <p:nvSpPr>
          <p:cNvPr id="5" name="Номер слайда 4">
            <a:extLst>
              <a:ext uri="{FF2B5EF4-FFF2-40B4-BE49-F238E27FC236}">
                <a16:creationId xmlns:a16="http://schemas.microsoft.com/office/drawing/2014/main" id="{203C3C56-8BAD-E984-BB24-4EA71CA2EB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ru-MO" sz="1200"/>
            </a:lvl1pPr>
          </a:lstStyle>
          <a:p>
            <a:pPr rtl="0"/>
            <a:fld id="{44AAF311-A558-444C-927C-8328B655F972}" type="slidenum">
              <a:rPr lang="ru-RU" smtClean="0"/>
              <a:t>‹#›</a:t>
            </a:fld>
            <a:endParaRPr lang="ru-RU"/>
          </a:p>
        </p:txBody>
      </p:sp>
    </p:spTree>
    <p:extLst>
      <p:ext uri="{BB962C8B-B14F-4D97-AF65-F5344CB8AC3E}">
        <p14:creationId xmlns:p14="http://schemas.microsoft.com/office/powerpoint/2010/main" val="251321896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ru-MO" sz="1200"/>
            </a:lvl1pPr>
          </a:lstStyle>
          <a:p>
            <a:pPr rtl="0"/>
            <a:endParaRPr lang="ru-RU" noProof="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ru-MO" sz="1200"/>
            </a:lvl1pPr>
          </a:lstStyle>
          <a:p>
            <a:fld id="{D4D2DA09-4E9C-44B8-BC33-6EB8C02EED6A}" type="datetime1">
              <a:rPr lang="ru-RU" smtClean="0"/>
              <a:pPr/>
              <a:t>04.02.2025</a:t>
            </a:fld>
            <a:endParaRPr lang="ru-RU" dirty="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ru-MO"/>
            </a:defPPr>
          </a:lstStyle>
          <a:p>
            <a:pPr rtl="0"/>
            <a:endParaRPr lang="ru-RU" noProof="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ru-MO"/>
            </a:def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ru-MO" sz="1200"/>
            </a:lvl1pPr>
          </a:lstStyle>
          <a:p>
            <a:pPr rtl="0"/>
            <a:endParaRPr lang="ru-RU" noProof="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ru-MO" sz="1200"/>
            </a:lvl1pPr>
          </a:lstStyle>
          <a:p>
            <a:pPr rtl="0"/>
            <a:fld id="{821E5FCA-B2DD-C941-A2C1-638939433487}" type="slidenum">
              <a:rPr lang="ru-RU" noProof="0" smtClean="0"/>
              <a:t>‹#›</a:t>
            </a:fld>
            <a:endParaRPr lang="ru-RU" noProof="0"/>
          </a:p>
        </p:txBody>
      </p:sp>
    </p:spTree>
    <p:extLst>
      <p:ext uri="{BB962C8B-B14F-4D97-AF65-F5344CB8AC3E}">
        <p14:creationId xmlns:p14="http://schemas.microsoft.com/office/powerpoint/2010/main" val="352489641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ru-MO" sz="1200" kern="1200">
        <a:solidFill>
          <a:schemeClr val="tx1"/>
        </a:solidFill>
        <a:latin typeface="+mn-lt"/>
        <a:ea typeface="+mn-ea"/>
        <a:cs typeface="+mn-cs"/>
      </a:defRPr>
    </a:lvl1pPr>
    <a:lvl2pPr marL="457200" algn="l" defTabSz="914400" rtl="0" eaLnBrk="1" latinLnBrk="0" hangingPunct="1">
      <a:defRPr lang="ru-MO" sz="1200" kern="1200">
        <a:solidFill>
          <a:schemeClr val="tx1"/>
        </a:solidFill>
        <a:latin typeface="+mn-lt"/>
        <a:ea typeface="+mn-ea"/>
        <a:cs typeface="+mn-cs"/>
      </a:defRPr>
    </a:lvl2pPr>
    <a:lvl3pPr marL="914400" algn="l" defTabSz="914400" rtl="0" eaLnBrk="1" latinLnBrk="0" hangingPunct="1">
      <a:defRPr lang="ru-MO" sz="1200" kern="1200">
        <a:solidFill>
          <a:schemeClr val="tx1"/>
        </a:solidFill>
        <a:latin typeface="+mn-lt"/>
        <a:ea typeface="+mn-ea"/>
        <a:cs typeface="+mn-cs"/>
      </a:defRPr>
    </a:lvl3pPr>
    <a:lvl4pPr marL="1371600" algn="l" defTabSz="914400" rtl="0" eaLnBrk="1" latinLnBrk="0" hangingPunct="1">
      <a:defRPr lang="ru-MO" sz="1200" kern="1200">
        <a:solidFill>
          <a:schemeClr val="tx1"/>
        </a:solidFill>
        <a:latin typeface="+mn-lt"/>
        <a:ea typeface="+mn-ea"/>
        <a:cs typeface="+mn-cs"/>
      </a:defRPr>
    </a:lvl4pPr>
    <a:lvl5pPr marL="1828800" algn="l" defTabSz="914400" rtl="0" eaLnBrk="1" latinLnBrk="0" hangingPunct="1">
      <a:defRPr lang="ru-MO" sz="1200" kern="1200">
        <a:solidFill>
          <a:schemeClr val="tx1"/>
        </a:solidFill>
        <a:latin typeface="+mn-lt"/>
        <a:ea typeface="+mn-ea"/>
        <a:cs typeface="+mn-cs"/>
      </a:defRPr>
    </a:lvl5pPr>
    <a:lvl6pPr marL="2286000" algn="l" defTabSz="914400" rtl="0" eaLnBrk="1" latinLnBrk="0" hangingPunct="1">
      <a:defRPr lang="ru-MO" sz="1200" kern="1200">
        <a:solidFill>
          <a:schemeClr val="tx1"/>
        </a:solidFill>
        <a:latin typeface="+mn-lt"/>
        <a:ea typeface="+mn-ea"/>
        <a:cs typeface="+mn-cs"/>
      </a:defRPr>
    </a:lvl6pPr>
    <a:lvl7pPr marL="2743200" algn="l" defTabSz="914400" rtl="0" eaLnBrk="1" latinLnBrk="0" hangingPunct="1">
      <a:defRPr lang="ru-MO" sz="1200" kern="1200">
        <a:solidFill>
          <a:schemeClr val="tx1"/>
        </a:solidFill>
        <a:latin typeface="+mn-lt"/>
        <a:ea typeface="+mn-ea"/>
        <a:cs typeface="+mn-cs"/>
      </a:defRPr>
    </a:lvl7pPr>
    <a:lvl8pPr marL="3200400" algn="l" defTabSz="914400" rtl="0" eaLnBrk="1" latinLnBrk="0" hangingPunct="1">
      <a:defRPr lang="ru-MO" sz="1200" kern="1200">
        <a:solidFill>
          <a:schemeClr val="tx1"/>
        </a:solidFill>
        <a:latin typeface="+mn-lt"/>
        <a:ea typeface="+mn-ea"/>
        <a:cs typeface="+mn-cs"/>
      </a:defRPr>
    </a:lvl8pPr>
    <a:lvl9pPr marL="3657600" algn="l" defTabSz="914400" rtl="0" eaLnBrk="1" latinLnBrk="0" hangingPunct="1">
      <a:defRPr lang="ru-MO"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defPPr>
              <a:defRPr lang="ru-MO"/>
            </a:defPPr>
          </a:lstStyle>
          <a:p>
            <a:pPr rtl="0"/>
            <a:endParaRPr lang="ru-RU"/>
          </a:p>
        </p:txBody>
      </p:sp>
      <p:sp>
        <p:nvSpPr>
          <p:cNvPr id="4" name="Номер слайда 3"/>
          <p:cNvSpPr>
            <a:spLocks noGrp="1"/>
          </p:cNvSpPr>
          <p:nvPr>
            <p:ph type="sldNum" sz="quarter" idx="5"/>
          </p:nvPr>
        </p:nvSpPr>
        <p:spPr/>
        <p:txBody>
          <a:bodyPr rtlCol="0"/>
          <a:lstStyle>
            <a:defPPr>
              <a:defRPr lang="ru-MO"/>
            </a:defPPr>
          </a:lstStyle>
          <a:p>
            <a:pPr rtl="0"/>
            <a:fld id="{821E5FCA-B2DD-C941-A2C1-638939433487}" type="slidenum">
              <a:rPr lang="ru-RU" smtClean="0"/>
              <a:t>1</a:t>
            </a:fld>
            <a:endParaRPr lang="ru-RU"/>
          </a:p>
        </p:txBody>
      </p:sp>
    </p:spTree>
    <p:extLst>
      <p:ext uri="{BB962C8B-B14F-4D97-AF65-F5344CB8AC3E}">
        <p14:creationId xmlns:p14="http://schemas.microsoft.com/office/powerpoint/2010/main" val="2882009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defPPr>
              <a:defRPr lang="ru-MO"/>
            </a:defPPr>
          </a:lstStyle>
          <a:p>
            <a:pPr rtl="0"/>
            <a:endParaRPr lang="ru-RU"/>
          </a:p>
        </p:txBody>
      </p:sp>
      <p:sp>
        <p:nvSpPr>
          <p:cNvPr id="4" name="Номер слайда 3"/>
          <p:cNvSpPr>
            <a:spLocks noGrp="1"/>
          </p:cNvSpPr>
          <p:nvPr>
            <p:ph type="sldNum" sz="quarter" idx="5"/>
          </p:nvPr>
        </p:nvSpPr>
        <p:spPr/>
        <p:txBody>
          <a:bodyPr rtlCol="0"/>
          <a:lstStyle>
            <a:defPPr>
              <a:defRPr lang="ru-MO"/>
            </a:defPPr>
          </a:lstStyle>
          <a:p>
            <a:pPr rtl="0"/>
            <a:fld id="{821E5FCA-B2DD-C941-A2C1-638939433487}" type="slidenum">
              <a:rPr lang="ru-RU" smtClean="0"/>
              <a:t>2</a:t>
            </a:fld>
            <a:endParaRPr lang="ru-RU"/>
          </a:p>
        </p:txBody>
      </p:sp>
    </p:spTree>
    <p:extLst>
      <p:ext uri="{BB962C8B-B14F-4D97-AF65-F5344CB8AC3E}">
        <p14:creationId xmlns:p14="http://schemas.microsoft.com/office/powerpoint/2010/main" val="1715639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defPPr>
              <a:defRPr lang="ru-MO"/>
            </a:defPPr>
          </a:lstStyle>
          <a:p>
            <a:pPr rtl="0"/>
            <a:endParaRPr lang="ru-RU"/>
          </a:p>
        </p:txBody>
      </p:sp>
      <p:sp>
        <p:nvSpPr>
          <p:cNvPr id="4" name="Номер слайда 3"/>
          <p:cNvSpPr>
            <a:spLocks noGrp="1"/>
          </p:cNvSpPr>
          <p:nvPr>
            <p:ph type="sldNum" sz="quarter" idx="5"/>
          </p:nvPr>
        </p:nvSpPr>
        <p:spPr/>
        <p:txBody>
          <a:bodyPr rtlCol="0"/>
          <a:lstStyle>
            <a:defPPr>
              <a:defRPr lang="ru-MO"/>
            </a:defPPr>
          </a:lstStyle>
          <a:p>
            <a:pPr rtl="0"/>
            <a:fld id="{821E5FCA-B2DD-C941-A2C1-638939433487}" type="slidenum">
              <a:rPr lang="ru-RU" smtClean="0"/>
              <a:t>3</a:t>
            </a:fld>
            <a:endParaRPr lang="ru-RU"/>
          </a:p>
        </p:txBody>
      </p:sp>
    </p:spTree>
    <p:extLst>
      <p:ext uri="{BB962C8B-B14F-4D97-AF65-F5344CB8AC3E}">
        <p14:creationId xmlns:p14="http://schemas.microsoft.com/office/powerpoint/2010/main" val="3039438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defPPr>
              <a:defRPr lang="ru-MO"/>
            </a:defPPr>
          </a:lstStyle>
          <a:p>
            <a:pPr rtl="0"/>
            <a:endParaRPr lang="ru-RU"/>
          </a:p>
        </p:txBody>
      </p:sp>
      <p:sp>
        <p:nvSpPr>
          <p:cNvPr id="4" name="Номер слайда 3"/>
          <p:cNvSpPr>
            <a:spLocks noGrp="1"/>
          </p:cNvSpPr>
          <p:nvPr>
            <p:ph type="sldNum" sz="quarter" idx="5"/>
          </p:nvPr>
        </p:nvSpPr>
        <p:spPr/>
        <p:txBody>
          <a:bodyPr rtlCol="0"/>
          <a:lstStyle>
            <a:defPPr>
              <a:defRPr lang="ru-MO"/>
            </a:defPPr>
          </a:lstStyle>
          <a:p>
            <a:pPr rtl="0"/>
            <a:fld id="{821E5FCA-B2DD-C941-A2C1-638939433487}" type="slidenum">
              <a:rPr lang="ru-RU" smtClean="0"/>
              <a:t>4</a:t>
            </a:fld>
            <a:endParaRPr lang="ru-RU"/>
          </a:p>
        </p:txBody>
      </p:sp>
    </p:spTree>
    <p:extLst>
      <p:ext uri="{BB962C8B-B14F-4D97-AF65-F5344CB8AC3E}">
        <p14:creationId xmlns:p14="http://schemas.microsoft.com/office/powerpoint/2010/main" val="424777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defPPr>
              <a:defRPr lang="ru-MO"/>
            </a:defPPr>
          </a:lstStyle>
          <a:p>
            <a:pPr rtl="0"/>
            <a:endParaRPr lang="ru-RU"/>
          </a:p>
        </p:txBody>
      </p:sp>
      <p:sp>
        <p:nvSpPr>
          <p:cNvPr id="4" name="Номер слайда 3"/>
          <p:cNvSpPr>
            <a:spLocks noGrp="1"/>
          </p:cNvSpPr>
          <p:nvPr>
            <p:ph type="sldNum" sz="quarter" idx="5"/>
          </p:nvPr>
        </p:nvSpPr>
        <p:spPr/>
        <p:txBody>
          <a:bodyPr rtlCol="0"/>
          <a:lstStyle>
            <a:defPPr>
              <a:defRPr lang="ru-MO"/>
            </a:defPPr>
          </a:lstStyle>
          <a:p>
            <a:pPr rtl="0"/>
            <a:fld id="{821E5FCA-B2DD-C941-A2C1-638939433487}" type="slidenum">
              <a:rPr lang="ru-RU" smtClean="0"/>
              <a:t>5</a:t>
            </a:fld>
            <a:endParaRPr lang="ru-RU"/>
          </a:p>
        </p:txBody>
      </p:sp>
    </p:spTree>
    <p:extLst>
      <p:ext uri="{BB962C8B-B14F-4D97-AF65-F5344CB8AC3E}">
        <p14:creationId xmlns:p14="http://schemas.microsoft.com/office/powerpoint/2010/main" val="26166212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defPPr>
              <a:defRPr lang="ru-MO"/>
            </a:defPPr>
          </a:lstStyle>
          <a:p>
            <a:pPr rtl="0"/>
            <a:endParaRPr lang="ru-RU"/>
          </a:p>
        </p:txBody>
      </p:sp>
      <p:sp>
        <p:nvSpPr>
          <p:cNvPr id="4" name="Номер слайда 3"/>
          <p:cNvSpPr>
            <a:spLocks noGrp="1"/>
          </p:cNvSpPr>
          <p:nvPr>
            <p:ph type="sldNum" sz="quarter" idx="5"/>
          </p:nvPr>
        </p:nvSpPr>
        <p:spPr/>
        <p:txBody>
          <a:bodyPr rtlCol="0"/>
          <a:lstStyle>
            <a:defPPr>
              <a:defRPr lang="ru-MO"/>
            </a:defPPr>
          </a:lstStyle>
          <a:p>
            <a:pPr rtl="0"/>
            <a:fld id="{821E5FCA-B2DD-C941-A2C1-638939433487}" type="slidenum">
              <a:rPr lang="ru-RU" smtClean="0"/>
              <a:t>6</a:t>
            </a:fld>
            <a:endParaRPr lang="ru-RU"/>
          </a:p>
        </p:txBody>
      </p:sp>
    </p:spTree>
    <p:extLst>
      <p:ext uri="{BB962C8B-B14F-4D97-AF65-F5344CB8AC3E}">
        <p14:creationId xmlns:p14="http://schemas.microsoft.com/office/powerpoint/2010/main" val="4014497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defPPr>
              <a:defRPr lang="ru-MO"/>
            </a:defPPr>
          </a:lstStyle>
          <a:p>
            <a:pPr rtl="0"/>
            <a:endParaRPr lang="ru-RU"/>
          </a:p>
        </p:txBody>
      </p:sp>
      <p:sp>
        <p:nvSpPr>
          <p:cNvPr id="4" name="Номер слайда 3"/>
          <p:cNvSpPr>
            <a:spLocks noGrp="1"/>
          </p:cNvSpPr>
          <p:nvPr>
            <p:ph type="sldNum" sz="quarter" idx="5"/>
          </p:nvPr>
        </p:nvSpPr>
        <p:spPr/>
        <p:txBody>
          <a:bodyPr rtlCol="0"/>
          <a:lstStyle>
            <a:defPPr>
              <a:defRPr lang="ru-MO"/>
            </a:defPPr>
          </a:lstStyle>
          <a:p>
            <a:pPr rtl="0"/>
            <a:fld id="{821E5FCA-B2DD-C941-A2C1-638939433487}" type="slidenum">
              <a:rPr lang="ru-RU" smtClean="0"/>
              <a:t>8</a:t>
            </a:fld>
            <a:endParaRPr lang="ru-RU"/>
          </a:p>
        </p:txBody>
      </p:sp>
    </p:spTree>
    <p:extLst>
      <p:ext uri="{BB962C8B-B14F-4D97-AF65-F5344CB8AC3E}">
        <p14:creationId xmlns:p14="http://schemas.microsoft.com/office/powerpoint/2010/main" val="4068106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defPPr>
              <a:defRPr lang="ru-MO"/>
            </a:defPPr>
          </a:lstStyle>
          <a:p>
            <a:pPr rtl="0"/>
            <a:endParaRPr lang="ru-RU"/>
          </a:p>
        </p:txBody>
      </p:sp>
      <p:sp>
        <p:nvSpPr>
          <p:cNvPr id="4" name="Номер слайда 3"/>
          <p:cNvSpPr>
            <a:spLocks noGrp="1"/>
          </p:cNvSpPr>
          <p:nvPr>
            <p:ph type="sldNum" sz="quarter" idx="5"/>
          </p:nvPr>
        </p:nvSpPr>
        <p:spPr/>
        <p:txBody>
          <a:bodyPr rtlCol="0"/>
          <a:lstStyle>
            <a:defPPr>
              <a:defRPr lang="ru-MO"/>
            </a:defPPr>
          </a:lstStyle>
          <a:p>
            <a:pPr rtl="0"/>
            <a:fld id="{821E5FCA-B2DD-C941-A2C1-638939433487}" type="slidenum">
              <a:rPr lang="ru-RU" smtClean="0"/>
              <a:t>9</a:t>
            </a:fld>
            <a:endParaRPr lang="ru-RU"/>
          </a:p>
        </p:txBody>
      </p:sp>
    </p:spTree>
    <p:extLst>
      <p:ext uri="{BB962C8B-B14F-4D97-AF65-F5344CB8AC3E}">
        <p14:creationId xmlns:p14="http://schemas.microsoft.com/office/powerpoint/2010/main" val="2660731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defPPr>
              <a:defRPr lang="ru-MO"/>
            </a:defPPr>
          </a:lstStyle>
          <a:p>
            <a:pPr rtl="0"/>
            <a:endParaRPr lang="ru-RU"/>
          </a:p>
        </p:txBody>
      </p:sp>
      <p:sp>
        <p:nvSpPr>
          <p:cNvPr id="4" name="Номер слайда 3"/>
          <p:cNvSpPr>
            <a:spLocks noGrp="1"/>
          </p:cNvSpPr>
          <p:nvPr>
            <p:ph type="sldNum" sz="quarter" idx="5"/>
          </p:nvPr>
        </p:nvSpPr>
        <p:spPr/>
        <p:txBody>
          <a:bodyPr rtlCol="0"/>
          <a:lstStyle>
            <a:defPPr>
              <a:defRPr lang="ru-MO"/>
            </a:defPPr>
          </a:lstStyle>
          <a:p>
            <a:pPr rtl="0"/>
            <a:fld id="{821E5FCA-B2DD-C941-A2C1-638939433487}" type="slidenum">
              <a:rPr lang="ru-RU" smtClean="0"/>
              <a:t>10</a:t>
            </a:fld>
            <a:endParaRPr lang="ru-RU"/>
          </a:p>
        </p:txBody>
      </p:sp>
    </p:spTree>
    <p:extLst>
      <p:ext uri="{BB962C8B-B14F-4D97-AF65-F5344CB8AC3E}">
        <p14:creationId xmlns:p14="http://schemas.microsoft.com/office/powerpoint/2010/main" val="5359740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defPPr>
              <a:defRPr lang="ru-MO"/>
            </a:defPPr>
          </a:lstStyle>
          <a:p>
            <a:pPr rtl="0"/>
            <a:endParaRPr lang="ru-RU"/>
          </a:p>
        </p:txBody>
      </p:sp>
      <p:sp>
        <p:nvSpPr>
          <p:cNvPr id="4" name="Номер слайда 3"/>
          <p:cNvSpPr>
            <a:spLocks noGrp="1"/>
          </p:cNvSpPr>
          <p:nvPr>
            <p:ph type="sldNum" sz="quarter" idx="5"/>
          </p:nvPr>
        </p:nvSpPr>
        <p:spPr/>
        <p:txBody>
          <a:bodyPr rtlCol="0"/>
          <a:lstStyle>
            <a:defPPr>
              <a:defRPr lang="ru-MO"/>
            </a:defPPr>
          </a:lstStyle>
          <a:p>
            <a:pPr rtl="0"/>
            <a:fld id="{821E5FCA-B2DD-C941-A2C1-638939433487}" type="slidenum">
              <a:rPr lang="ru-RU" smtClean="0"/>
              <a:t>11</a:t>
            </a:fld>
            <a:endParaRPr lang="ru-RU"/>
          </a:p>
        </p:txBody>
      </p:sp>
    </p:spTree>
    <p:extLst>
      <p:ext uri="{BB962C8B-B14F-4D97-AF65-F5344CB8AC3E}">
        <p14:creationId xmlns:p14="http://schemas.microsoft.com/office/powerpoint/2010/main" val="2745373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defPPr>
              <a:defRPr lang="ru-MO"/>
            </a:defPPr>
          </a:lstStyle>
          <a:p>
            <a:pPr rtl="0"/>
            <a:endParaRPr lang="ru-RU"/>
          </a:p>
        </p:txBody>
      </p:sp>
      <p:sp>
        <p:nvSpPr>
          <p:cNvPr id="4" name="Номер слайда 3"/>
          <p:cNvSpPr>
            <a:spLocks noGrp="1"/>
          </p:cNvSpPr>
          <p:nvPr>
            <p:ph type="sldNum" sz="quarter" idx="5"/>
          </p:nvPr>
        </p:nvSpPr>
        <p:spPr/>
        <p:txBody>
          <a:bodyPr rtlCol="0"/>
          <a:lstStyle>
            <a:defPPr>
              <a:defRPr lang="ru-MO"/>
            </a:defPPr>
          </a:lstStyle>
          <a:p>
            <a:pPr rtl="0"/>
            <a:fld id="{821E5FCA-B2DD-C941-A2C1-638939433487}" type="slidenum">
              <a:rPr lang="ru-RU" smtClean="0"/>
              <a:t>12</a:t>
            </a:fld>
            <a:endParaRPr lang="ru-RU"/>
          </a:p>
        </p:txBody>
      </p:sp>
    </p:spTree>
    <p:extLst>
      <p:ext uri="{BB962C8B-B14F-4D97-AF65-F5344CB8AC3E}">
        <p14:creationId xmlns:p14="http://schemas.microsoft.com/office/powerpoint/2010/main" val="13066307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E1734DBF-D33A-9B28-288C-C2DAB9E541E7}"/>
              </a:ext>
            </a:extLst>
          </p:cNvPr>
          <p:cNvPicPr>
            <a:picLocks noChangeAspect="1"/>
          </p:cNvPicPr>
          <p:nvPr userDrawn="1"/>
        </p:nvPicPr>
        <p:blipFill>
          <a:blip r:embed="rId2"/>
          <a:src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078992" y="1956816"/>
            <a:ext cx="10040112" cy="2387600"/>
          </a:xfrm>
        </p:spPr>
        <p:txBody>
          <a:bodyPr rtlCol="0" anchor="t">
            <a:noAutofit/>
          </a:bodyPr>
          <a:lstStyle>
            <a:lvl1pPr algn="l">
              <a:defRPr lang="ru-MO" sz="9600" spc="300" baseline="0">
                <a:ln w="28575">
                  <a:solidFill>
                    <a:schemeClr val="tx1"/>
                  </a:solidFill>
                </a:ln>
                <a:noFill/>
              </a:defRPr>
            </a:lvl1pPr>
          </a:lstStyle>
          <a:p>
            <a:pPr rtl="0"/>
            <a:r>
              <a:rPr lang="ru-RU" noProof="0"/>
              <a:t>СТИЛЬ ОБРАЗЦА ЗАГОЛОВКА</a:t>
            </a:r>
          </a:p>
        </p:txBody>
      </p:sp>
      <p:sp>
        <p:nvSpPr>
          <p:cNvPr id="3" name="Подзаголовок 2">
            <a:extLst>
              <a:ext uri="{FF2B5EF4-FFF2-40B4-BE49-F238E27FC236}">
                <a16:creationId xmlns:a16="http://schemas.microsoft.com/office/drawing/2014/main" id="{DCFB69D3-5632-4285-A209-9DCA67DA668C}"/>
              </a:ext>
            </a:extLst>
          </p:cNvPr>
          <p:cNvSpPr>
            <a:spLocks noGrp="1"/>
          </p:cNvSpPr>
          <p:nvPr>
            <p:ph type="subTitle" idx="1"/>
          </p:nvPr>
        </p:nvSpPr>
        <p:spPr>
          <a:xfrm>
            <a:off x="1078992" y="4901184"/>
            <a:ext cx="10040112" cy="1280160"/>
          </a:xfrm>
        </p:spPr>
        <p:txBody>
          <a:bodyPr rtlCol="0"/>
          <a:lstStyle>
            <a:lvl1pPr marL="0" indent="0" algn="l">
              <a:buNone/>
              <a:defRPr lang="ru-MO" sz="2400" b="1" baseline="0">
                <a:latin typeface="+mn-lt"/>
              </a:defRPr>
            </a:lvl1pPr>
            <a:lvl2pPr marL="457200" indent="0" algn="ctr">
              <a:buNone/>
              <a:defRPr lang="ru-MO" sz="2000"/>
            </a:lvl2pPr>
            <a:lvl3pPr marL="914400" indent="0" algn="ctr">
              <a:buNone/>
              <a:defRPr lang="ru-MO" sz="1800"/>
            </a:lvl3pPr>
            <a:lvl4pPr marL="1371600" indent="0" algn="ctr">
              <a:buNone/>
              <a:defRPr lang="ru-MO" sz="1600"/>
            </a:lvl4pPr>
            <a:lvl5pPr marL="1828800" indent="0" algn="ctr">
              <a:buNone/>
              <a:defRPr lang="ru-MO" sz="1600"/>
            </a:lvl5pPr>
            <a:lvl6pPr marL="2286000" indent="0" algn="ctr">
              <a:buNone/>
              <a:defRPr lang="ru-MO" sz="1600"/>
            </a:lvl6pPr>
            <a:lvl7pPr marL="2743200" indent="0" algn="ctr">
              <a:buNone/>
              <a:defRPr lang="ru-MO" sz="1600"/>
            </a:lvl7pPr>
            <a:lvl8pPr marL="3200400" indent="0" algn="ctr">
              <a:buNone/>
              <a:defRPr lang="ru-MO" sz="1600"/>
            </a:lvl8pPr>
            <a:lvl9pPr marL="3657600" indent="0" algn="ctr">
              <a:buNone/>
              <a:defRPr lang="ru-MO" sz="1600"/>
            </a:lvl9pPr>
          </a:lstStyle>
          <a:p>
            <a:pPr rtl="0"/>
            <a:r>
              <a:rPr lang="ru-RU" noProof="0"/>
              <a:t>Образец подзаголовка</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Повестка">
    <p:spTree>
      <p:nvGrpSpPr>
        <p:cNvPr id="1" name=""/>
        <p:cNvGrpSpPr/>
        <p:nvPr/>
      </p:nvGrpSpPr>
      <p:grpSpPr>
        <a:xfrm>
          <a:off x="0" y="0"/>
          <a:ext cx="0" cy="0"/>
          <a:chOff x="0" y="0"/>
          <a:chExt cx="0" cy="0"/>
        </a:xfrm>
      </p:grpSpPr>
      <p:pic>
        <p:nvPicPr>
          <p:cNvPr id="10" name="Рисунок 9">
            <a:extLst>
              <a:ext uri="{FF2B5EF4-FFF2-40B4-BE49-F238E27FC236}">
                <a16:creationId xmlns:a16="http://schemas.microsoft.com/office/drawing/2014/main" id="{D1D3B0F0-DE71-18AB-7957-4CFA29C3A328}"/>
              </a:ext>
            </a:extLst>
          </p:cNvPr>
          <p:cNvPicPr>
            <a:picLocks noChangeAspect="1"/>
          </p:cNvPicPr>
          <p:nvPr userDrawn="1"/>
        </p:nvPicPr>
        <p:blipFill>
          <a:blip r:embed="rId2"/>
          <a:stretch>
            <a:fillRect/>
          </a:stretch>
        </p:blipFill>
        <p:spPr>
          <a:xfrm>
            <a:off x="0" y="857290"/>
            <a:ext cx="5797296" cy="6000710"/>
          </a:xfrm>
          <a:prstGeom prst="rect">
            <a:avLst/>
          </a:prstGeom>
        </p:spPr>
      </p:pic>
      <p:pic>
        <p:nvPicPr>
          <p:cNvPr id="8" name="Рисунок 7">
            <a:extLst>
              <a:ext uri="{FF2B5EF4-FFF2-40B4-BE49-F238E27FC236}">
                <a16:creationId xmlns:a16="http://schemas.microsoft.com/office/drawing/2014/main" id="{1F04770F-E995-EF98-B4D1-9F13733EEF07}"/>
              </a:ext>
            </a:extLst>
          </p:cNvPr>
          <p:cNvPicPr>
            <a:picLocks noChangeAspect="1"/>
          </p:cNvPicPr>
          <p:nvPr userDrawn="1"/>
        </p:nvPicPr>
        <p:blipFill>
          <a:blip r:embed="rId3"/>
          <a:stretch>
            <a:fillRect/>
          </a:stretch>
        </p:blipFill>
        <p:spPr>
          <a:xfrm>
            <a:off x="8763000" y="0"/>
            <a:ext cx="3429000" cy="6807199"/>
          </a:xfrm>
          <a:prstGeom prst="rect">
            <a:avLst/>
          </a:prstGeom>
        </p:spPr>
      </p:pic>
      <p:sp>
        <p:nvSpPr>
          <p:cNvPr id="12" name="Заголовок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rtlCol="0"/>
          <a:lstStyle>
            <a:lvl1pPr algn="r">
              <a:defRPr lang="ru-MO" sz="4800" cap="all" spc="400" baseline="0"/>
            </a:lvl1pPr>
          </a:lstStyle>
          <a:p>
            <a:pPr rtl="0"/>
            <a:r>
              <a:rPr lang="ru-RU" noProof="0"/>
              <a:t>Образец заголовка</a:t>
            </a:r>
          </a:p>
        </p:txBody>
      </p:sp>
      <p:sp>
        <p:nvSpPr>
          <p:cNvPr id="14" name="Объект 13">
            <a:extLst>
              <a:ext uri="{FF2B5EF4-FFF2-40B4-BE49-F238E27FC236}">
                <a16:creationId xmlns:a16="http://schemas.microsoft.com/office/drawing/2014/main" id="{59AC38BE-9C76-A3FA-7823-F4A4B43AB754}"/>
              </a:ext>
            </a:extLst>
          </p:cNvPr>
          <p:cNvSpPr>
            <a:spLocks noGrp="1"/>
          </p:cNvSpPr>
          <p:nvPr>
            <p:ph sz="quarter" idx="13" hasCustomPrompt="1"/>
          </p:nvPr>
        </p:nvSpPr>
        <p:spPr>
          <a:xfrm>
            <a:off x="6400800" y="1216025"/>
            <a:ext cx="5184648" cy="4416425"/>
          </a:xfrm>
        </p:spPr>
        <p:txBody>
          <a:bodyPr rtlCol="0" anchor="ctr"/>
          <a:lstStyle>
            <a:lvl1pPr marL="0" indent="0">
              <a:lnSpc>
                <a:spcPct val="100000"/>
              </a:lnSpc>
              <a:spcBef>
                <a:spcPts val="1000"/>
              </a:spcBef>
              <a:buNone/>
              <a:defRPr lang="ru-MO" sz="2400" b="1" spc="200" baseline="0"/>
            </a:lvl1pPr>
            <a:lvl2pPr marL="228600">
              <a:lnSpc>
                <a:spcPct val="150000"/>
              </a:lnSpc>
              <a:spcBef>
                <a:spcPts val="1000"/>
              </a:spcBef>
              <a:defRPr lang="ru-MO" sz="2400" spc="100" baseline="0"/>
            </a:lvl2pPr>
            <a:lvl3pPr marL="457200">
              <a:lnSpc>
                <a:spcPct val="150000"/>
              </a:lnSpc>
              <a:spcBef>
                <a:spcPts val="1000"/>
              </a:spcBef>
              <a:defRPr lang="ru-MO" sz="2400" spc="100" baseline="0"/>
            </a:lvl3pPr>
            <a:lvl4pPr marL="685800">
              <a:lnSpc>
                <a:spcPct val="150000"/>
              </a:lnSpc>
              <a:spcBef>
                <a:spcPts val="1000"/>
              </a:spcBef>
              <a:defRPr lang="ru-MO" sz="2400" spc="100" baseline="0"/>
            </a:lvl4pPr>
            <a:lvl5pPr marL="914400">
              <a:lnSpc>
                <a:spcPct val="150000"/>
              </a:lnSpc>
              <a:spcBef>
                <a:spcPts val="1000"/>
              </a:spcBef>
              <a:defRPr lang="ru-MO" sz="2400" spc="100" baseline="0"/>
            </a:lvl5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3" name="Нижний колонтитул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4" name="Номер слайда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5" name="Прямая соединительная линия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Прямая соединительная линия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17844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Заголовок и объект">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60328C38-4E83-27EA-9D01-DDDF734988CA}"/>
              </a:ext>
            </a:extLst>
          </p:cNvPr>
          <p:cNvPicPr>
            <a:picLocks noChangeAspect="1"/>
          </p:cNvPicPr>
          <p:nvPr userDrawn="1"/>
        </p:nvPicPr>
        <p:blipFill>
          <a:blip r:embed="rId2"/>
          <a:stretch>
            <a:fillRect/>
          </a:stretch>
        </p:blipFill>
        <p:spPr>
          <a:xfrm>
            <a:off x="5370576" y="3428234"/>
            <a:ext cx="6821424" cy="3429766"/>
          </a:xfrm>
          <a:prstGeom prst="rect">
            <a:avLst/>
          </a:prstGeom>
        </p:spPr>
      </p:pic>
      <p:pic>
        <p:nvPicPr>
          <p:cNvPr id="10" name="Рисунок 9">
            <a:extLst>
              <a:ext uri="{FF2B5EF4-FFF2-40B4-BE49-F238E27FC236}">
                <a16:creationId xmlns:a16="http://schemas.microsoft.com/office/drawing/2014/main" id="{B270B91D-A39E-3D53-DBBB-DF836D19BE1A}"/>
              </a:ext>
            </a:extLst>
          </p:cNvPr>
          <p:cNvPicPr>
            <a:picLocks noChangeAspect="1"/>
          </p:cNvPicPr>
          <p:nvPr userDrawn="1"/>
        </p:nvPicPr>
        <p:blipFill>
          <a:blip r:embed="rId3"/>
          <a:stretch>
            <a:fillRect/>
          </a:stretch>
        </p:blipFill>
        <p:spPr>
          <a:xfrm>
            <a:off x="0" y="0"/>
            <a:ext cx="4654518" cy="5239512"/>
          </a:xfrm>
          <a:prstGeom prst="rect">
            <a:avLst/>
          </a:prstGeom>
        </p:spPr>
      </p:pic>
      <p:sp>
        <p:nvSpPr>
          <p:cNvPr id="12" name="Заголовок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rtlCol="0"/>
          <a:lstStyle>
            <a:lvl1pPr algn="r">
              <a:defRPr lang="ru-MO" sz="4800" cap="all" spc="400" baseline="0"/>
            </a:lvl1pPr>
          </a:lstStyle>
          <a:p>
            <a:pPr rtl="0"/>
            <a:r>
              <a:rPr lang="ru-RU" noProof="0"/>
              <a:t>Образец заголовка</a:t>
            </a:r>
          </a:p>
        </p:txBody>
      </p:sp>
      <p:sp>
        <p:nvSpPr>
          <p:cNvPr id="14" name="Объект 13">
            <a:extLst>
              <a:ext uri="{FF2B5EF4-FFF2-40B4-BE49-F238E27FC236}">
                <a16:creationId xmlns:a16="http://schemas.microsoft.com/office/drawing/2014/main" id="{59AC38BE-9C76-A3FA-7823-F4A4B43AB754}"/>
              </a:ext>
            </a:extLst>
          </p:cNvPr>
          <p:cNvSpPr>
            <a:spLocks noGrp="1"/>
          </p:cNvSpPr>
          <p:nvPr>
            <p:ph sz="quarter" idx="13" hasCustomPrompt="1"/>
          </p:nvPr>
        </p:nvSpPr>
        <p:spPr>
          <a:xfrm>
            <a:off x="6400800" y="1216025"/>
            <a:ext cx="5184648" cy="4416425"/>
          </a:xfrm>
        </p:spPr>
        <p:txBody>
          <a:bodyPr rtlCol="0" anchor="ctr"/>
          <a:lstStyle>
            <a:lvl1pPr marL="0" indent="0">
              <a:lnSpc>
                <a:spcPct val="150000"/>
              </a:lnSpc>
              <a:spcBef>
                <a:spcPts val="1000"/>
              </a:spcBef>
              <a:buNone/>
              <a:defRPr lang="ru-MO" sz="1600" spc="100" baseline="0"/>
            </a:lvl1pPr>
            <a:lvl2pPr marL="228600">
              <a:lnSpc>
                <a:spcPct val="150000"/>
              </a:lnSpc>
              <a:spcBef>
                <a:spcPts val="1000"/>
              </a:spcBef>
              <a:defRPr lang="ru-MO" sz="1600" spc="100" baseline="0"/>
            </a:lvl2pPr>
            <a:lvl3pPr marL="457200">
              <a:lnSpc>
                <a:spcPct val="150000"/>
              </a:lnSpc>
              <a:spcBef>
                <a:spcPts val="1000"/>
              </a:spcBef>
              <a:defRPr lang="ru-MO" sz="1600" spc="100" baseline="0"/>
            </a:lvl3pPr>
            <a:lvl4pPr marL="685800">
              <a:lnSpc>
                <a:spcPct val="150000"/>
              </a:lnSpc>
              <a:spcBef>
                <a:spcPts val="1000"/>
              </a:spcBef>
              <a:defRPr lang="ru-MO" sz="1600" spc="100" baseline="0"/>
            </a:lvl4pPr>
            <a:lvl5pPr marL="914400">
              <a:lnSpc>
                <a:spcPct val="150000"/>
              </a:lnSpc>
              <a:spcBef>
                <a:spcPts val="1000"/>
              </a:spcBef>
              <a:defRPr lang="ru-MO" sz="1600" spc="100" baseline="0"/>
            </a:lvl5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3" name="Нижний колонтитул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4" name="Номер слайда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5" name="Прямая соединительная линия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Прямая соединительная линия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61504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Заголовок раздела">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3FEC1861-1570-5A6A-D3BA-4A17F008A562}"/>
              </a:ext>
            </a:extLst>
          </p:cNvPr>
          <p:cNvPicPr>
            <a:picLocks noChangeAspect="1"/>
          </p:cNvPicPr>
          <p:nvPr userDrawn="1"/>
        </p:nvPicPr>
        <p:blipFill>
          <a:blip r:embed="rId2"/>
          <a:srcRect/>
          <a:stretch/>
        </p:blipFill>
        <p:spPr>
          <a:xfrm>
            <a:off x="0" y="0"/>
            <a:ext cx="12192000" cy="6858000"/>
          </a:xfrm>
          <a:prstGeom prst="rect">
            <a:avLst/>
          </a:prstGeom>
        </p:spPr>
      </p:pic>
      <p:sp>
        <p:nvSpPr>
          <p:cNvPr id="6" name="Заголовок 1">
            <a:extLst>
              <a:ext uri="{FF2B5EF4-FFF2-40B4-BE49-F238E27FC236}">
                <a16:creationId xmlns:a16="http://schemas.microsoft.com/office/drawing/2014/main" id="{10B0FF2F-3458-EA78-83DC-46FB2E5CE154}"/>
              </a:ext>
            </a:extLst>
          </p:cNvPr>
          <p:cNvSpPr>
            <a:spLocks noGrp="1"/>
          </p:cNvSpPr>
          <p:nvPr>
            <p:ph type="ctrTitle" hasCustomPrompt="1"/>
          </p:nvPr>
        </p:nvSpPr>
        <p:spPr>
          <a:xfrm>
            <a:off x="1078992" y="1956816"/>
            <a:ext cx="10040112" cy="2387600"/>
          </a:xfrm>
        </p:spPr>
        <p:txBody>
          <a:bodyPr rtlCol="0" anchor="t">
            <a:noAutofit/>
          </a:bodyPr>
          <a:lstStyle>
            <a:lvl1pPr algn="l">
              <a:defRPr lang="ru-MO" sz="9600" spc="300" baseline="0">
                <a:ln w="28575">
                  <a:solidFill>
                    <a:schemeClr val="tx1"/>
                  </a:solidFill>
                </a:ln>
                <a:noFill/>
              </a:defRPr>
            </a:lvl1pPr>
          </a:lstStyle>
          <a:p>
            <a:pPr rtl="0"/>
            <a:r>
              <a:rPr lang="ru-RU" noProof="0"/>
              <a:t>СТИЛЬ ОБРАЗЦА ЗАГОЛОВКА</a:t>
            </a:r>
          </a:p>
        </p:txBody>
      </p:sp>
      <p:sp>
        <p:nvSpPr>
          <p:cNvPr id="10" name="Подзаголовок 2">
            <a:extLst>
              <a:ext uri="{FF2B5EF4-FFF2-40B4-BE49-F238E27FC236}">
                <a16:creationId xmlns:a16="http://schemas.microsoft.com/office/drawing/2014/main" id="{DC93615E-193E-5253-6EE0-EC01791E3A3A}"/>
              </a:ext>
            </a:extLst>
          </p:cNvPr>
          <p:cNvSpPr>
            <a:spLocks noGrp="1"/>
          </p:cNvSpPr>
          <p:nvPr>
            <p:ph type="subTitle" idx="1"/>
          </p:nvPr>
        </p:nvSpPr>
        <p:spPr>
          <a:xfrm>
            <a:off x="1078992" y="4901184"/>
            <a:ext cx="10040112" cy="1280160"/>
          </a:xfrm>
        </p:spPr>
        <p:txBody>
          <a:bodyPr rtlCol="0"/>
          <a:lstStyle>
            <a:lvl1pPr marL="0" indent="0" algn="l">
              <a:buNone/>
              <a:defRPr lang="ru-MO" sz="2400" b="1" baseline="0">
                <a:latin typeface="+mn-lt"/>
              </a:defRPr>
            </a:lvl1pPr>
            <a:lvl2pPr marL="457200" indent="0" algn="ctr">
              <a:buNone/>
              <a:defRPr lang="ru-MO" sz="2000"/>
            </a:lvl2pPr>
            <a:lvl3pPr marL="914400" indent="0" algn="ctr">
              <a:buNone/>
              <a:defRPr lang="ru-MO" sz="1800"/>
            </a:lvl3pPr>
            <a:lvl4pPr marL="1371600" indent="0" algn="ctr">
              <a:buNone/>
              <a:defRPr lang="ru-MO" sz="1600"/>
            </a:lvl4pPr>
            <a:lvl5pPr marL="1828800" indent="0" algn="ctr">
              <a:buNone/>
              <a:defRPr lang="ru-MO" sz="1600"/>
            </a:lvl5pPr>
            <a:lvl6pPr marL="2286000" indent="0" algn="ctr">
              <a:buNone/>
              <a:defRPr lang="ru-MO" sz="1600"/>
            </a:lvl6pPr>
            <a:lvl7pPr marL="2743200" indent="0" algn="ctr">
              <a:buNone/>
              <a:defRPr lang="ru-MO" sz="1600"/>
            </a:lvl7pPr>
            <a:lvl8pPr marL="3200400" indent="0" algn="ctr">
              <a:buNone/>
              <a:defRPr lang="ru-MO" sz="1600"/>
            </a:lvl8pPr>
            <a:lvl9pPr marL="3657600" indent="0" algn="ctr">
              <a:buNone/>
              <a:defRPr lang="ru-MO" sz="1600"/>
            </a:lvl9pPr>
          </a:lstStyle>
          <a:p>
            <a:pPr rtl="0"/>
            <a:r>
              <a:rPr lang="ru-RU" noProof="0"/>
              <a:t>Образец подзаголовка</a:t>
            </a:r>
          </a:p>
        </p:txBody>
      </p:sp>
    </p:spTree>
    <p:extLst>
      <p:ext uri="{BB962C8B-B14F-4D97-AF65-F5344CB8AC3E}">
        <p14:creationId xmlns:p14="http://schemas.microsoft.com/office/powerpoint/2010/main" val="2802635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Заголовок и содержимое 2">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4437D9B2-AE86-9092-7072-0F717E3CA831}"/>
              </a:ext>
            </a:extLst>
          </p:cNvPr>
          <p:cNvPicPr>
            <a:picLocks noChangeAspect="1"/>
          </p:cNvPicPr>
          <p:nvPr userDrawn="1"/>
        </p:nvPicPr>
        <p:blipFill>
          <a:blip r:embed="rId2"/>
          <a:stretch>
            <a:fillRect/>
          </a:stretch>
        </p:blipFill>
        <p:spPr>
          <a:xfrm>
            <a:off x="0" y="3655535"/>
            <a:ext cx="4727448" cy="3202465"/>
          </a:xfrm>
          <a:prstGeom prst="rect">
            <a:avLst/>
          </a:prstGeom>
        </p:spPr>
      </p:pic>
      <p:pic>
        <p:nvPicPr>
          <p:cNvPr id="9" name="Рисунок 8">
            <a:extLst>
              <a:ext uri="{FF2B5EF4-FFF2-40B4-BE49-F238E27FC236}">
                <a16:creationId xmlns:a16="http://schemas.microsoft.com/office/drawing/2014/main" id="{5BF7E0A5-7E8E-4A90-B415-12984C7AB24C}"/>
              </a:ext>
            </a:extLst>
          </p:cNvPr>
          <p:cNvPicPr>
            <a:picLocks noChangeAspect="1"/>
          </p:cNvPicPr>
          <p:nvPr userDrawn="1"/>
        </p:nvPicPr>
        <p:blipFill>
          <a:blip r:embed="rId3"/>
          <a:stretch>
            <a:fillRect/>
          </a:stretch>
        </p:blipFill>
        <p:spPr>
          <a:xfrm>
            <a:off x="6548245" y="0"/>
            <a:ext cx="5643755" cy="2313432"/>
          </a:xfrm>
          <a:prstGeom prst="rect">
            <a:avLst/>
          </a:prstGeom>
        </p:spPr>
      </p:pic>
      <p:sp>
        <p:nvSpPr>
          <p:cNvPr id="12" name="Заголовок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rtlCol="0"/>
          <a:lstStyle>
            <a:lvl1pPr algn="r">
              <a:defRPr lang="ru-MO" sz="4800" cap="all" spc="400" baseline="0"/>
            </a:lvl1pPr>
          </a:lstStyle>
          <a:p>
            <a:pPr rtl="0"/>
            <a:r>
              <a:rPr lang="ru-RU" noProof="0"/>
              <a:t>Образец заголовка</a:t>
            </a:r>
          </a:p>
        </p:txBody>
      </p:sp>
      <p:sp>
        <p:nvSpPr>
          <p:cNvPr id="14" name="Объект 13">
            <a:extLst>
              <a:ext uri="{FF2B5EF4-FFF2-40B4-BE49-F238E27FC236}">
                <a16:creationId xmlns:a16="http://schemas.microsoft.com/office/drawing/2014/main" id="{59AC38BE-9C76-A3FA-7823-F4A4B43AB754}"/>
              </a:ext>
            </a:extLst>
          </p:cNvPr>
          <p:cNvSpPr>
            <a:spLocks noGrp="1"/>
          </p:cNvSpPr>
          <p:nvPr>
            <p:ph sz="quarter" idx="13" hasCustomPrompt="1"/>
          </p:nvPr>
        </p:nvSpPr>
        <p:spPr>
          <a:xfrm>
            <a:off x="6400800" y="1216025"/>
            <a:ext cx="5184648" cy="4416425"/>
          </a:xfrm>
        </p:spPr>
        <p:txBody>
          <a:bodyPr rtlCol="0" anchor="ctr"/>
          <a:lstStyle>
            <a:lvl1pPr marL="0" indent="0">
              <a:lnSpc>
                <a:spcPct val="150000"/>
              </a:lnSpc>
              <a:spcBef>
                <a:spcPts val="1000"/>
              </a:spcBef>
              <a:buNone/>
              <a:defRPr lang="ru-MO" sz="1600" spc="100" baseline="0"/>
            </a:lvl1pPr>
            <a:lvl2pPr marL="228600">
              <a:lnSpc>
                <a:spcPct val="150000"/>
              </a:lnSpc>
              <a:spcBef>
                <a:spcPts val="1000"/>
              </a:spcBef>
              <a:defRPr lang="ru-MO" sz="1600" spc="100" baseline="0"/>
            </a:lvl2pPr>
            <a:lvl3pPr marL="457200">
              <a:lnSpc>
                <a:spcPct val="150000"/>
              </a:lnSpc>
              <a:spcBef>
                <a:spcPts val="1000"/>
              </a:spcBef>
              <a:defRPr lang="ru-MO" sz="1600" spc="100" baseline="0"/>
            </a:lvl3pPr>
            <a:lvl4pPr marL="685800">
              <a:lnSpc>
                <a:spcPct val="150000"/>
              </a:lnSpc>
              <a:spcBef>
                <a:spcPts val="1000"/>
              </a:spcBef>
              <a:defRPr lang="ru-MO" sz="1600" spc="100" baseline="0"/>
            </a:lvl4pPr>
            <a:lvl5pPr marL="914400">
              <a:lnSpc>
                <a:spcPct val="150000"/>
              </a:lnSpc>
              <a:spcBef>
                <a:spcPts val="1000"/>
              </a:spcBef>
              <a:defRPr lang="ru-MO" sz="1600" spc="100" baseline="0"/>
            </a:lvl5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3" name="Нижний колонтитул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4" name="Номер слайда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5" name="Прямая соединительная линия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Прямая соединительная линия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36802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Заголовок и содержимое 3">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AEFA7995-D0F4-05F2-CDF1-463407E3BA08}"/>
              </a:ext>
            </a:extLst>
          </p:cNvPr>
          <p:cNvPicPr>
            <a:picLocks noChangeAspect="1"/>
          </p:cNvPicPr>
          <p:nvPr userDrawn="1"/>
        </p:nvPicPr>
        <p:blipFill>
          <a:blip r:embed="rId2"/>
          <a:stretch>
            <a:fillRect/>
          </a:stretch>
        </p:blipFill>
        <p:spPr>
          <a:xfrm>
            <a:off x="7031909" y="0"/>
            <a:ext cx="5160091" cy="4041648"/>
          </a:xfrm>
          <a:prstGeom prst="rect">
            <a:avLst/>
          </a:prstGeom>
        </p:spPr>
      </p:pic>
      <p:pic>
        <p:nvPicPr>
          <p:cNvPr id="7" name="Рисунок 6">
            <a:extLst>
              <a:ext uri="{FF2B5EF4-FFF2-40B4-BE49-F238E27FC236}">
                <a16:creationId xmlns:a16="http://schemas.microsoft.com/office/drawing/2014/main" id="{792D768B-E662-B315-7576-313DFCE2AB40}"/>
              </a:ext>
            </a:extLst>
          </p:cNvPr>
          <p:cNvPicPr>
            <a:picLocks noChangeAspect="1"/>
          </p:cNvPicPr>
          <p:nvPr userDrawn="1"/>
        </p:nvPicPr>
        <p:blipFill>
          <a:blip r:embed="rId3"/>
          <a:stretch>
            <a:fillRect/>
          </a:stretch>
        </p:blipFill>
        <p:spPr>
          <a:xfrm>
            <a:off x="0" y="3127248"/>
            <a:ext cx="4162200" cy="3730752"/>
          </a:xfrm>
          <a:prstGeom prst="rect">
            <a:avLst/>
          </a:prstGeom>
        </p:spPr>
      </p:pic>
      <p:sp>
        <p:nvSpPr>
          <p:cNvPr id="2" name="Заголовок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ru-MO" sz="4800" spc="400" baseline="0"/>
            </a:lvl1pPr>
          </a:lstStyle>
          <a:p>
            <a:pPr rtl="0"/>
            <a:r>
              <a:rPr lang="ru-RU" noProof="0"/>
              <a:t>Образец заголовка</a:t>
            </a:r>
          </a:p>
        </p:txBody>
      </p:sp>
      <p:sp>
        <p:nvSpPr>
          <p:cNvPr id="4" name="Объект 3">
            <a:extLst>
              <a:ext uri="{FF2B5EF4-FFF2-40B4-BE49-F238E27FC236}">
                <a16:creationId xmlns:a16="http://schemas.microsoft.com/office/drawing/2014/main" id="{C752CCA9-53A3-4DA5-AD45-C2A2C12A3A6A}"/>
              </a:ext>
            </a:extLst>
          </p:cNvPr>
          <p:cNvSpPr>
            <a:spLocks noGrp="1"/>
          </p:cNvSpPr>
          <p:nvPr>
            <p:ph sz="half" idx="2" hasCustomPrompt="1"/>
          </p:nvPr>
        </p:nvSpPr>
        <p:spPr>
          <a:xfrm>
            <a:off x="612647" y="2441448"/>
            <a:ext cx="10972800" cy="3044952"/>
          </a:xfrm>
        </p:spPr>
        <p:txBody>
          <a:bodyPr rtlCol="0"/>
          <a:lstStyle>
            <a:lvl1pPr>
              <a:lnSpc>
                <a:spcPct val="100000"/>
              </a:lnSpc>
              <a:spcBef>
                <a:spcPts val="1000"/>
              </a:spcBef>
              <a:defRPr lang="ru-MO" sz="1600" spc="100" baseline="0"/>
            </a:lvl1pPr>
            <a:lvl2pPr>
              <a:lnSpc>
                <a:spcPct val="100000"/>
              </a:lnSpc>
              <a:spcBef>
                <a:spcPts val="1000"/>
              </a:spcBef>
              <a:defRPr lang="ru-MO" sz="1400" spc="100" baseline="0"/>
            </a:lvl2pPr>
            <a:lvl3pPr>
              <a:lnSpc>
                <a:spcPct val="100000"/>
              </a:lnSpc>
              <a:spcBef>
                <a:spcPts val="1000"/>
              </a:spcBef>
              <a:defRPr lang="ru-MO" sz="1200" spc="100" baseline="0"/>
            </a:lvl3pPr>
            <a:lvl4pPr>
              <a:lnSpc>
                <a:spcPct val="100000"/>
              </a:lnSpc>
              <a:spcBef>
                <a:spcPts val="1000"/>
              </a:spcBef>
              <a:defRPr lang="ru-MO" sz="1100" spc="100" baseline="0"/>
            </a:lvl4pPr>
            <a:lvl5pPr>
              <a:lnSpc>
                <a:spcPct val="100000"/>
              </a:lnSpc>
              <a:spcBef>
                <a:spcPts val="1000"/>
              </a:spcBef>
              <a:defRPr lang="ru-MO" sz="1100" spc="100" baseline="0"/>
            </a:lvl5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8" name="Нижний колонтитул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9" name="Номер слайда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10" name="Прямая соединительная линия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58390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тата">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078303F0-A6CC-605A-D08C-4E4ED07C2FB4}"/>
              </a:ext>
            </a:extLst>
          </p:cNvPr>
          <p:cNvPicPr>
            <a:picLocks noChangeAspect="1"/>
          </p:cNvPicPr>
          <p:nvPr userDrawn="1"/>
        </p:nvPicPr>
        <p:blipFill>
          <a:blip r:embed="rId2"/>
          <a:stretch>
            <a:fillRect/>
          </a:stretch>
        </p:blipFill>
        <p:spPr>
          <a:xfrm>
            <a:off x="0" y="0"/>
            <a:ext cx="4196903" cy="3611880"/>
          </a:xfrm>
          <a:prstGeom prst="rect">
            <a:avLst/>
          </a:prstGeom>
        </p:spPr>
      </p:pic>
      <p:pic>
        <p:nvPicPr>
          <p:cNvPr id="3" name="Рисунок 2">
            <a:extLst>
              <a:ext uri="{FF2B5EF4-FFF2-40B4-BE49-F238E27FC236}">
                <a16:creationId xmlns:a16="http://schemas.microsoft.com/office/drawing/2014/main" id="{904458FB-E7BB-F476-4A31-9C5AA406E252}"/>
              </a:ext>
            </a:extLst>
          </p:cNvPr>
          <p:cNvPicPr>
            <a:picLocks noChangeAspect="1"/>
          </p:cNvPicPr>
          <p:nvPr userDrawn="1"/>
        </p:nvPicPr>
        <p:blipFill>
          <a:blip r:embed="rId3"/>
          <a:stretch>
            <a:fillRect/>
          </a:stretch>
        </p:blipFill>
        <p:spPr>
          <a:xfrm>
            <a:off x="6202680" y="4079057"/>
            <a:ext cx="5989320" cy="2778943"/>
          </a:xfrm>
          <a:prstGeom prst="rect">
            <a:avLst/>
          </a:prstGeom>
        </p:spPr>
      </p:pic>
      <p:sp>
        <p:nvSpPr>
          <p:cNvPr id="12" name="Заголовок 11">
            <a:extLst>
              <a:ext uri="{FF2B5EF4-FFF2-40B4-BE49-F238E27FC236}">
                <a16:creationId xmlns:a16="http://schemas.microsoft.com/office/drawing/2014/main" id="{3392E024-DB0F-45F6-7A0A-359A57817906}"/>
              </a:ext>
            </a:extLst>
          </p:cNvPr>
          <p:cNvSpPr>
            <a:spLocks noGrp="1"/>
          </p:cNvSpPr>
          <p:nvPr>
            <p:ph type="title"/>
          </p:nvPr>
        </p:nvSpPr>
        <p:spPr>
          <a:xfrm>
            <a:off x="3063240" y="2651760"/>
            <a:ext cx="6309360" cy="1580714"/>
          </a:xfrm>
        </p:spPr>
        <p:txBody>
          <a:bodyPr lIns="91440" rIns="91440" rtlCol="0" anchor="t"/>
          <a:lstStyle>
            <a:lvl1pPr algn="l">
              <a:lnSpc>
                <a:spcPct val="100000"/>
              </a:lnSpc>
              <a:defRPr lang="ru-MO" sz="2800" cap="none" spc="200" baseline="0"/>
            </a:lvl1pPr>
          </a:lstStyle>
          <a:p>
            <a:pPr rtl="0"/>
            <a:r>
              <a:rPr lang="ru-RU" noProof="0"/>
              <a:t>Образец заголовка</a:t>
            </a:r>
          </a:p>
        </p:txBody>
      </p:sp>
      <p:sp>
        <p:nvSpPr>
          <p:cNvPr id="16" name="Текст 15">
            <a:extLst>
              <a:ext uri="{FF2B5EF4-FFF2-40B4-BE49-F238E27FC236}">
                <a16:creationId xmlns:a16="http://schemas.microsoft.com/office/drawing/2014/main" id="{94138E8D-4D76-2023-4B97-8ACB8894C5F1}"/>
              </a:ext>
            </a:extLst>
          </p:cNvPr>
          <p:cNvSpPr>
            <a:spLocks noGrp="1"/>
          </p:cNvSpPr>
          <p:nvPr>
            <p:ph type="body" sz="quarter" idx="13" hasCustomPrompt="1"/>
          </p:nvPr>
        </p:nvSpPr>
        <p:spPr>
          <a:xfrm>
            <a:off x="3063240" y="4232475"/>
            <a:ext cx="5775960" cy="333945"/>
          </a:xfrm>
        </p:spPr>
        <p:txBody>
          <a:bodyPr rtlCol="0"/>
          <a:lstStyle>
            <a:lvl1pPr marL="0" indent="0">
              <a:buNone/>
              <a:defRPr lang="ru-MO" sz="1800" spc="200" baseline="0"/>
            </a:lvl1pPr>
          </a:lstStyle>
          <a:p>
            <a:pPr lvl="0" rtl="0"/>
            <a:r>
              <a:rPr lang="ru-RU" noProof="0"/>
              <a:t>Щелкните, чтобы изменить стили текста образца слайда</a:t>
            </a:r>
          </a:p>
        </p:txBody>
      </p:sp>
      <p:sp>
        <p:nvSpPr>
          <p:cNvPr id="17" name="Текст 13">
            <a:extLst>
              <a:ext uri="{FF2B5EF4-FFF2-40B4-BE49-F238E27FC236}">
                <a16:creationId xmlns:a16="http://schemas.microsoft.com/office/drawing/2014/main" id="{D1FFE415-7AFC-D826-1BD1-1993DED3B01D}"/>
              </a:ext>
            </a:extLst>
          </p:cNvPr>
          <p:cNvSpPr>
            <a:spLocks noGrp="1"/>
          </p:cNvSpPr>
          <p:nvPr>
            <p:ph type="body" sz="quarter" idx="15" hasCustomPrompt="1"/>
          </p:nvPr>
        </p:nvSpPr>
        <p:spPr>
          <a:xfrm>
            <a:off x="9737922" y="3591339"/>
            <a:ext cx="1171575" cy="2387600"/>
          </a:xfrm>
        </p:spPr>
        <p:txBody>
          <a:bodyPr vert="horz" lIns="91440" tIns="45720" rIns="91440" bIns="45720" rtlCol="0" anchor="t">
            <a:noAutofit/>
          </a:bodyPr>
          <a:lstStyle>
            <a:lvl1pPr marL="0" indent="0">
              <a:buNone/>
              <a:defRPr lang="ru-MO" sz="17000" b="1" cap="all" spc="300" dirty="0">
                <a:ln w="28575">
                  <a:solidFill>
                    <a:schemeClr val="tx1"/>
                  </a:solidFill>
                </a:ln>
                <a:noFill/>
                <a:latin typeface="+mj-lt"/>
                <a:ea typeface="+mj-ea"/>
              </a:defRPr>
            </a:lvl1pPr>
          </a:lstStyle>
          <a:p>
            <a:pPr marL="914400" lvl="0" indent="-1143000" rtl="0">
              <a:spcBef>
                <a:spcPct val="0"/>
              </a:spcBef>
            </a:pPr>
            <a:r>
              <a:rPr lang="ru-RU" noProof="0"/>
              <a:t>”</a:t>
            </a:r>
          </a:p>
        </p:txBody>
      </p:sp>
      <p:sp>
        <p:nvSpPr>
          <p:cNvPr id="18" name="Текст 13">
            <a:extLst>
              <a:ext uri="{FF2B5EF4-FFF2-40B4-BE49-F238E27FC236}">
                <a16:creationId xmlns:a16="http://schemas.microsoft.com/office/drawing/2014/main" id="{0962DFC0-ADB3-684B-6F72-9C45BB48C248}"/>
              </a:ext>
            </a:extLst>
          </p:cNvPr>
          <p:cNvSpPr>
            <a:spLocks noGrp="1"/>
          </p:cNvSpPr>
          <p:nvPr>
            <p:ph type="body" sz="quarter" idx="14" hasCustomPrompt="1"/>
          </p:nvPr>
        </p:nvSpPr>
        <p:spPr>
          <a:xfrm>
            <a:off x="1209261" y="1982216"/>
            <a:ext cx="1171575" cy="2386584"/>
          </a:xfrm>
        </p:spPr>
        <p:txBody>
          <a:bodyPr vert="horz" lIns="91440" tIns="45720" rIns="91440" bIns="45720" rtlCol="0" anchor="t">
            <a:noAutofit/>
          </a:bodyPr>
          <a:lstStyle>
            <a:lvl1pPr marL="0" indent="0">
              <a:buNone/>
              <a:defRPr lang="ru-MO" sz="17000" b="1" cap="all" spc="300" dirty="0">
                <a:ln w="28575">
                  <a:solidFill>
                    <a:schemeClr val="tx1"/>
                  </a:solidFill>
                </a:ln>
                <a:noFill/>
                <a:latin typeface="+mj-lt"/>
                <a:ea typeface="+mj-ea"/>
              </a:defRPr>
            </a:lvl1pPr>
          </a:lstStyle>
          <a:p>
            <a:pPr marL="914400" lvl="0" indent="-1143000" rtl="0">
              <a:spcBef>
                <a:spcPct val="0"/>
              </a:spcBef>
            </a:pPr>
            <a:r>
              <a:rPr lang="ru-RU" noProof="0"/>
              <a:t>“</a:t>
            </a:r>
          </a:p>
        </p:txBody>
      </p:sp>
    </p:spTree>
    <p:extLst>
      <p:ext uri="{BB962C8B-B14F-4D97-AF65-F5344CB8AC3E}">
        <p14:creationId xmlns:p14="http://schemas.microsoft.com/office/powerpoint/2010/main" val="3330879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Команда x4">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B6C6FB24-160F-388E-8450-E5C970E243AB}"/>
              </a:ext>
            </a:extLst>
          </p:cNvPr>
          <p:cNvPicPr>
            <a:picLocks noChangeAspect="1"/>
          </p:cNvPicPr>
          <p:nvPr userDrawn="1"/>
        </p:nvPicPr>
        <p:blipFill>
          <a:blip r:embed="rId2"/>
          <a:stretch>
            <a:fillRect/>
          </a:stretch>
        </p:blipFill>
        <p:spPr>
          <a:xfrm>
            <a:off x="0" y="1764792"/>
            <a:ext cx="5359935" cy="5093208"/>
          </a:xfrm>
          <a:prstGeom prst="rect">
            <a:avLst/>
          </a:prstGeom>
        </p:spPr>
      </p:pic>
      <p:pic>
        <p:nvPicPr>
          <p:cNvPr id="23" name="Рисунок 22">
            <a:extLst>
              <a:ext uri="{FF2B5EF4-FFF2-40B4-BE49-F238E27FC236}">
                <a16:creationId xmlns:a16="http://schemas.microsoft.com/office/drawing/2014/main" id="{D0AF7F25-1C65-DB7F-9FA3-300318BD4BF4}"/>
              </a:ext>
            </a:extLst>
          </p:cNvPr>
          <p:cNvPicPr>
            <a:picLocks noChangeAspect="1"/>
          </p:cNvPicPr>
          <p:nvPr userDrawn="1"/>
        </p:nvPicPr>
        <p:blipFill>
          <a:blip r:embed="rId3"/>
          <a:stretch>
            <a:fillRect/>
          </a:stretch>
        </p:blipFill>
        <p:spPr>
          <a:xfrm>
            <a:off x="9262085" y="0"/>
            <a:ext cx="2929915" cy="2752344"/>
          </a:xfrm>
          <a:prstGeom prst="rect">
            <a:avLst/>
          </a:prstGeom>
        </p:spPr>
      </p:pic>
      <p:sp>
        <p:nvSpPr>
          <p:cNvPr id="25" name="Заголовок 1">
            <a:extLst>
              <a:ext uri="{FF2B5EF4-FFF2-40B4-BE49-F238E27FC236}">
                <a16:creationId xmlns:a16="http://schemas.microsoft.com/office/drawing/2014/main" id="{DCE0745D-AFE6-DE6D-B026-1FF13F34E628}"/>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ru-MO" sz="4800" spc="400" baseline="0"/>
            </a:lvl1pPr>
          </a:lstStyle>
          <a:p>
            <a:pPr rtl="0"/>
            <a:r>
              <a:rPr lang="ru-RU" noProof="0"/>
              <a:t>Образец заголовка</a:t>
            </a:r>
          </a:p>
        </p:txBody>
      </p:sp>
      <p:sp>
        <p:nvSpPr>
          <p:cNvPr id="6" name="Рисунок 23">
            <a:extLst>
              <a:ext uri="{FF2B5EF4-FFF2-40B4-BE49-F238E27FC236}">
                <a16:creationId xmlns:a16="http://schemas.microsoft.com/office/drawing/2014/main" id="{5E48B363-63E8-4F17-842B-53AD935A6529}"/>
              </a:ext>
            </a:extLst>
          </p:cNvPr>
          <p:cNvSpPr>
            <a:spLocks noGrp="1"/>
          </p:cNvSpPr>
          <p:nvPr>
            <p:ph type="pic" sz="quarter" idx="13"/>
          </p:nvPr>
        </p:nvSpPr>
        <p:spPr>
          <a:xfrm>
            <a:off x="960120" y="2450592"/>
            <a:ext cx="2057400" cy="2057400"/>
          </a:xfrm>
        </p:spPr>
        <p:txBody>
          <a:bodyPr rtlCol="0">
            <a:normAutofit/>
          </a:bodyPr>
          <a:lstStyle>
            <a:lvl1pPr marL="0" indent="0">
              <a:buNone/>
              <a:defRPr lang="ru-MO" sz="1400">
                <a:solidFill>
                  <a:schemeClr val="tx1"/>
                </a:solidFill>
              </a:defRPr>
            </a:lvl1pPr>
          </a:lstStyle>
          <a:p>
            <a:pPr rtl="0"/>
            <a:r>
              <a:rPr lang="ru-RU" noProof="0"/>
              <a:t>Вставка рисунка</a:t>
            </a:r>
          </a:p>
        </p:txBody>
      </p:sp>
      <p:sp>
        <p:nvSpPr>
          <p:cNvPr id="10" name="Текст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858956" y="4611550"/>
            <a:ext cx="2286000" cy="274320"/>
          </a:xfrm>
        </p:spPr>
        <p:txBody>
          <a:bodyPr lIns="0" tIns="0" rIns="0" bIns="0" rtlCol="0" anchor="ctr">
            <a:noAutofit/>
          </a:bodyPr>
          <a:lstStyle>
            <a:lvl1pPr marL="0" indent="0" algn="ctr">
              <a:lnSpc>
                <a:spcPct val="100000"/>
              </a:lnSpc>
              <a:spcBef>
                <a:spcPts val="0"/>
              </a:spcBef>
              <a:buNone/>
              <a:defRPr lang="ru-MO" sz="1400" b="1" cap="all" spc="200" baseline="0">
                <a:solidFill>
                  <a:schemeClr val="tx1"/>
                </a:solidFill>
                <a:latin typeface="+mj-lt"/>
              </a:defRPr>
            </a:lvl1pPr>
          </a:lstStyle>
          <a:p>
            <a:pPr lvl="0" rtl="0"/>
            <a:r>
              <a:rPr lang="ru-RU" noProof="0"/>
              <a:t>Имя</a:t>
            </a:r>
          </a:p>
        </p:txBody>
      </p:sp>
      <p:sp>
        <p:nvSpPr>
          <p:cNvPr id="11" name="Текст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858956" y="4865225"/>
            <a:ext cx="2286000" cy="182880"/>
          </a:xfrm>
        </p:spPr>
        <p:txBody>
          <a:bodyPr lIns="0" tIns="0" rIns="0" bIns="0" rtlCol="0">
            <a:noAutofit/>
          </a:bodyPr>
          <a:lstStyle>
            <a:lvl1pPr marL="0" indent="0" algn="ctr">
              <a:lnSpc>
                <a:spcPct val="100000"/>
              </a:lnSpc>
              <a:spcBef>
                <a:spcPts val="0"/>
              </a:spcBef>
              <a:buNone/>
              <a:defRPr lang="ru-MO" sz="1200" b="0" spc="200" baseline="0">
                <a:solidFill>
                  <a:schemeClr val="tx1"/>
                </a:solidFill>
              </a:defRPr>
            </a:lvl1pPr>
          </a:lstStyle>
          <a:p>
            <a:pPr lvl="0" rtl="0"/>
            <a:r>
              <a:rPr lang="ru-RU" noProof="0"/>
              <a:t>Название</a:t>
            </a:r>
          </a:p>
        </p:txBody>
      </p:sp>
      <p:sp>
        <p:nvSpPr>
          <p:cNvPr id="7" name="Рисунок 23">
            <a:extLst>
              <a:ext uri="{FF2B5EF4-FFF2-40B4-BE49-F238E27FC236}">
                <a16:creationId xmlns:a16="http://schemas.microsoft.com/office/drawing/2014/main" id="{9ABA5222-6FD6-405B-8AC8-18022C36590F}"/>
              </a:ext>
            </a:extLst>
          </p:cNvPr>
          <p:cNvSpPr>
            <a:spLocks noGrp="1"/>
          </p:cNvSpPr>
          <p:nvPr>
            <p:ph type="pic" sz="quarter" idx="14"/>
          </p:nvPr>
        </p:nvSpPr>
        <p:spPr>
          <a:xfrm>
            <a:off x="3730752" y="2450592"/>
            <a:ext cx="2057400" cy="2057400"/>
          </a:xfrm>
        </p:spPr>
        <p:txBody>
          <a:bodyPr rtlCol="0">
            <a:normAutofit/>
          </a:bodyPr>
          <a:lstStyle>
            <a:lvl1pPr marL="0" indent="0">
              <a:buNone/>
              <a:defRPr lang="ru-MO" sz="1400">
                <a:solidFill>
                  <a:schemeClr val="tx1"/>
                </a:solidFill>
              </a:defRPr>
            </a:lvl1pPr>
          </a:lstStyle>
          <a:p>
            <a:pPr rtl="0"/>
            <a:r>
              <a:rPr lang="ru-RU" noProof="0"/>
              <a:t>Вставка рисунка</a:t>
            </a:r>
          </a:p>
        </p:txBody>
      </p:sp>
      <p:sp>
        <p:nvSpPr>
          <p:cNvPr id="12" name="Текст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3629588" y="4611550"/>
            <a:ext cx="2286000" cy="274320"/>
          </a:xfrm>
        </p:spPr>
        <p:txBody>
          <a:bodyPr lIns="0" tIns="0" rIns="0" bIns="0" rtlCol="0" anchor="ctr">
            <a:noAutofit/>
          </a:bodyPr>
          <a:lstStyle>
            <a:lvl1pPr marL="0" indent="0" algn="ctr">
              <a:lnSpc>
                <a:spcPct val="100000"/>
              </a:lnSpc>
              <a:spcBef>
                <a:spcPts val="0"/>
              </a:spcBef>
              <a:buNone/>
              <a:defRPr lang="ru-MO" sz="1400" b="1" cap="all" spc="200" baseline="0">
                <a:solidFill>
                  <a:schemeClr val="tx1"/>
                </a:solidFill>
                <a:latin typeface="+mj-lt"/>
              </a:defRPr>
            </a:lvl1pPr>
          </a:lstStyle>
          <a:p>
            <a:pPr lvl="0" rtl="0"/>
            <a:r>
              <a:rPr lang="ru-RU" noProof="0"/>
              <a:t>Имя</a:t>
            </a:r>
          </a:p>
        </p:txBody>
      </p:sp>
      <p:sp>
        <p:nvSpPr>
          <p:cNvPr id="13" name="Текст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3629588" y="4865225"/>
            <a:ext cx="2286000" cy="182880"/>
          </a:xfrm>
        </p:spPr>
        <p:txBody>
          <a:bodyPr lIns="0" tIns="0" rIns="0" bIns="0" rtlCol="0">
            <a:noAutofit/>
          </a:bodyPr>
          <a:lstStyle>
            <a:lvl1pPr marL="0" indent="0" algn="ctr">
              <a:lnSpc>
                <a:spcPct val="100000"/>
              </a:lnSpc>
              <a:spcBef>
                <a:spcPts val="0"/>
              </a:spcBef>
              <a:buNone/>
              <a:defRPr lang="ru-MO" sz="1200" b="0" spc="200" baseline="0">
                <a:solidFill>
                  <a:schemeClr val="tx1"/>
                </a:solidFill>
              </a:defRPr>
            </a:lvl1pPr>
          </a:lstStyle>
          <a:p>
            <a:pPr lvl="0" rtl="0"/>
            <a:r>
              <a:rPr lang="ru-RU" noProof="0"/>
              <a:t>Название</a:t>
            </a:r>
          </a:p>
        </p:txBody>
      </p:sp>
      <p:sp>
        <p:nvSpPr>
          <p:cNvPr id="8" name="Рисунок 23">
            <a:extLst>
              <a:ext uri="{FF2B5EF4-FFF2-40B4-BE49-F238E27FC236}">
                <a16:creationId xmlns:a16="http://schemas.microsoft.com/office/drawing/2014/main" id="{124DE785-775F-4AE4-94B3-FA728188EBA5}"/>
              </a:ext>
            </a:extLst>
          </p:cNvPr>
          <p:cNvSpPr>
            <a:spLocks noGrp="1"/>
          </p:cNvSpPr>
          <p:nvPr>
            <p:ph type="pic" sz="quarter" idx="15"/>
          </p:nvPr>
        </p:nvSpPr>
        <p:spPr>
          <a:xfrm>
            <a:off x="6464808" y="2450592"/>
            <a:ext cx="2057400" cy="2057400"/>
          </a:xfrm>
        </p:spPr>
        <p:txBody>
          <a:bodyPr rtlCol="0">
            <a:normAutofit/>
          </a:bodyPr>
          <a:lstStyle>
            <a:lvl1pPr marL="0" indent="0">
              <a:buNone/>
              <a:defRPr lang="ru-MO" sz="1400">
                <a:solidFill>
                  <a:schemeClr val="tx1"/>
                </a:solidFill>
              </a:defRPr>
            </a:lvl1pPr>
          </a:lstStyle>
          <a:p>
            <a:pPr rtl="0"/>
            <a:r>
              <a:rPr lang="ru-RU" noProof="0"/>
              <a:t>Вставка рисунка</a:t>
            </a:r>
          </a:p>
        </p:txBody>
      </p:sp>
      <p:sp>
        <p:nvSpPr>
          <p:cNvPr id="14" name="Текст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6363644" y="4611550"/>
            <a:ext cx="2286000" cy="274320"/>
          </a:xfrm>
        </p:spPr>
        <p:txBody>
          <a:bodyPr lIns="0" tIns="0" rIns="0" bIns="0" rtlCol="0" anchor="ctr">
            <a:noAutofit/>
          </a:bodyPr>
          <a:lstStyle>
            <a:lvl1pPr marL="0" indent="0" algn="ctr">
              <a:lnSpc>
                <a:spcPct val="100000"/>
              </a:lnSpc>
              <a:spcBef>
                <a:spcPts val="0"/>
              </a:spcBef>
              <a:buNone/>
              <a:defRPr lang="ru-MO" sz="1400" b="1" cap="all" spc="200" baseline="0">
                <a:solidFill>
                  <a:schemeClr val="tx1"/>
                </a:solidFill>
                <a:latin typeface="+mj-lt"/>
              </a:defRPr>
            </a:lvl1pPr>
          </a:lstStyle>
          <a:p>
            <a:pPr lvl="0" rtl="0"/>
            <a:r>
              <a:rPr lang="ru-RU" noProof="0"/>
              <a:t>Имя</a:t>
            </a:r>
          </a:p>
        </p:txBody>
      </p:sp>
      <p:sp>
        <p:nvSpPr>
          <p:cNvPr id="15" name="Текст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6363644" y="4865225"/>
            <a:ext cx="2286000" cy="182880"/>
          </a:xfrm>
        </p:spPr>
        <p:txBody>
          <a:bodyPr lIns="0" tIns="0" rIns="0" bIns="0" rtlCol="0">
            <a:noAutofit/>
          </a:bodyPr>
          <a:lstStyle>
            <a:lvl1pPr marL="0" indent="0" algn="ctr">
              <a:lnSpc>
                <a:spcPct val="100000"/>
              </a:lnSpc>
              <a:spcBef>
                <a:spcPts val="0"/>
              </a:spcBef>
              <a:buNone/>
              <a:defRPr lang="ru-MO" sz="1200" b="0" spc="200" baseline="0">
                <a:solidFill>
                  <a:schemeClr val="tx1"/>
                </a:solidFill>
              </a:defRPr>
            </a:lvl1pPr>
          </a:lstStyle>
          <a:p>
            <a:pPr lvl="0" rtl="0"/>
            <a:r>
              <a:rPr lang="ru-RU" noProof="0"/>
              <a:t>Название</a:t>
            </a:r>
          </a:p>
        </p:txBody>
      </p:sp>
      <p:sp>
        <p:nvSpPr>
          <p:cNvPr id="9" name="Рисунок 23">
            <a:extLst>
              <a:ext uri="{FF2B5EF4-FFF2-40B4-BE49-F238E27FC236}">
                <a16:creationId xmlns:a16="http://schemas.microsoft.com/office/drawing/2014/main" id="{F5694B35-7776-4DB9-9EB7-3AF076EC357D}"/>
              </a:ext>
            </a:extLst>
          </p:cNvPr>
          <p:cNvSpPr>
            <a:spLocks noGrp="1"/>
          </p:cNvSpPr>
          <p:nvPr>
            <p:ph type="pic" sz="quarter" idx="16"/>
          </p:nvPr>
        </p:nvSpPr>
        <p:spPr>
          <a:xfrm>
            <a:off x="9198864" y="2450592"/>
            <a:ext cx="2057400" cy="2057400"/>
          </a:xfrm>
        </p:spPr>
        <p:txBody>
          <a:bodyPr rtlCol="0">
            <a:normAutofit/>
          </a:bodyPr>
          <a:lstStyle>
            <a:lvl1pPr marL="0" indent="0">
              <a:buNone/>
              <a:defRPr lang="ru-MO" sz="1400">
                <a:solidFill>
                  <a:schemeClr val="tx1"/>
                </a:solidFill>
              </a:defRPr>
            </a:lvl1pPr>
          </a:lstStyle>
          <a:p>
            <a:pPr rtl="0"/>
            <a:r>
              <a:rPr lang="ru-RU" noProof="0"/>
              <a:t>Вставка рисунка</a:t>
            </a:r>
          </a:p>
        </p:txBody>
      </p:sp>
      <p:sp>
        <p:nvSpPr>
          <p:cNvPr id="16" name="Текст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9097700" y="4611550"/>
            <a:ext cx="2286000" cy="274320"/>
          </a:xfrm>
        </p:spPr>
        <p:txBody>
          <a:bodyPr lIns="0" tIns="0" rIns="0" bIns="0" rtlCol="0" anchor="ctr">
            <a:noAutofit/>
          </a:bodyPr>
          <a:lstStyle>
            <a:lvl1pPr marL="0" indent="0" algn="ctr">
              <a:lnSpc>
                <a:spcPct val="100000"/>
              </a:lnSpc>
              <a:spcBef>
                <a:spcPts val="0"/>
              </a:spcBef>
              <a:buNone/>
              <a:defRPr lang="ru-MO" sz="1400" b="1" cap="all" spc="200" baseline="0">
                <a:solidFill>
                  <a:schemeClr val="tx1"/>
                </a:solidFill>
                <a:latin typeface="+mj-lt"/>
              </a:defRPr>
            </a:lvl1pPr>
          </a:lstStyle>
          <a:p>
            <a:pPr lvl="0" rtl="0"/>
            <a:r>
              <a:rPr lang="ru-RU" noProof="0"/>
              <a:t>Имя</a:t>
            </a:r>
          </a:p>
        </p:txBody>
      </p:sp>
      <p:sp>
        <p:nvSpPr>
          <p:cNvPr id="17" name="Текст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9097700" y="4865225"/>
            <a:ext cx="2286000" cy="182880"/>
          </a:xfrm>
        </p:spPr>
        <p:txBody>
          <a:bodyPr lIns="0" tIns="0" rIns="0" bIns="0" rtlCol="0">
            <a:noAutofit/>
          </a:bodyPr>
          <a:lstStyle>
            <a:lvl1pPr marL="0" indent="0" algn="ctr">
              <a:lnSpc>
                <a:spcPct val="100000"/>
              </a:lnSpc>
              <a:spcBef>
                <a:spcPts val="0"/>
              </a:spcBef>
              <a:buNone/>
              <a:defRPr lang="ru-MO" sz="1200" b="0" spc="200" baseline="0">
                <a:solidFill>
                  <a:schemeClr val="tx1"/>
                </a:solidFill>
              </a:defRPr>
            </a:lvl1pPr>
          </a:lstStyle>
          <a:p>
            <a:pPr lvl="0" rtl="0"/>
            <a:r>
              <a:rPr lang="ru-RU" noProof="0"/>
              <a:t>Название</a:t>
            </a:r>
          </a:p>
        </p:txBody>
      </p:sp>
      <p:sp>
        <p:nvSpPr>
          <p:cNvPr id="4" name="Нижний колонтитул 3">
            <a:extLst>
              <a:ext uri="{FF2B5EF4-FFF2-40B4-BE49-F238E27FC236}">
                <a16:creationId xmlns:a16="http://schemas.microsoft.com/office/drawing/2014/main" id="{96356206-85FD-45F5-A1F7-128DB34C860F}"/>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5" name="Номер слайда 4">
            <a:extLst>
              <a:ext uri="{FF2B5EF4-FFF2-40B4-BE49-F238E27FC236}">
                <a16:creationId xmlns:a16="http://schemas.microsoft.com/office/drawing/2014/main" id="{0203763F-C8CD-4BCB-9A0A-B10F000BC1DB}"/>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18" name="Прямая соединительная линия 17">
            <a:extLst>
              <a:ext uri="{FF2B5EF4-FFF2-40B4-BE49-F238E27FC236}">
                <a16:creationId xmlns:a16="http://schemas.microsoft.com/office/drawing/2014/main" id="{663C6C7E-F363-1F17-B288-D4D45B87028D}"/>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Прямая соединительная линия 18">
            <a:extLst>
              <a:ext uri="{FF2B5EF4-FFF2-40B4-BE49-F238E27FC236}">
                <a16:creationId xmlns:a16="http://schemas.microsoft.com/office/drawing/2014/main" id="{ED6D4091-312C-81B9-BAF6-5E0D6F665E5D}"/>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54419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Команда x8">
    <p:spTree>
      <p:nvGrpSpPr>
        <p:cNvPr id="1" name=""/>
        <p:cNvGrpSpPr/>
        <p:nvPr/>
      </p:nvGrpSpPr>
      <p:grpSpPr>
        <a:xfrm>
          <a:off x="0" y="0"/>
          <a:ext cx="0" cy="0"/>
          <a:chOff x="0" y="0"/>
          <a:chExt cx="0" cy="0"/>
        </a:xfrm>
      </p:grpSpPr>
      <p:pic>
        <p:nvPicPr>
          <p:cNvPr id="20" name="Рисунок 19">
            <a:extLst>
              <a:ext uri="{FF2B5EF4-FFF2-40B4-BE49-F238E27FC236}">
                <a16:creationId xmlns:a16="http://schemas.microsoft.com/office/drawing/2014/main" id="{B6A3FD7E-DF96-B9E4-8D70-DA62CC339081}"/>
              </a:ext>
            </a:extLst>
          </p:cNvPr>
          <p:cNvPicPr>
            <a:picLocks noChangeAspect="1"/>
          </p:cNvPicPr>
          <p:nvPr userDrawn="1"/>
        </p:nvPicPr>
        <p:blipFill>
          <a:blip r:embed="rId2"/>
          <a:stretch>
            <a:fillRect/>
          </a:stretch>
        </p:blipFill>
        <p:spPr>
          <a:xfrm>
            <a:off x="0" y="1766265"/>
            <a:ext cx="5358384" cy="5091735"/>
          </a:xfrm>
          <a:prstGeom prst="rect">
            <a:avLst/>
          </a:prstGeom>
        </p:spPr>
      </p:pic>
      <p:sp>
        <p:nvSpPr>
          <p:cNvPr id="25" name="Заголовок 1">
            <a:extLst>
              <a:ext uri="{FF2B5EF4-FFF2-40B4-BE49-F238E27FC236}">
                <a16:creationId xmlns:a16="http://schemas.microsoft.com/office/drawing/2014/main" id="{DCE0745D-AFE6-DE6D-B026-1FF13F34E628}"/>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ru-MO" sz="4800" spc="400" baseline="0"/>
            </a:lvl1pPr>
          </a:lstStyle>
          <a:p>
            <a:pPr rtl="0"/>
            <a:r>
              <a:rPr lang="ru-RU" noProof="0"/>
              <a:t>Образец заголовка</a:t>
            </a:r>
          </a:p>
        </p:txBody>
      </p:sp>
      <p:sp>
        <p:nvSpPr>
          <p:cNvPr id="10" name="Текст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457200" y="2670048"/>
            <a:ext cx="1399032" cy="411480"/>
          </a:xfrm>
        </p:spPr>
        <p:txBody>
          <a:bodyPr lIns="0" tIns="0" rIns="0" bIns="0" rtlCol="0" anchor="t">
            <a:noAutofit/>
          </a:bodyPr>
          <a:lstStyle>
            <a:lvl1pPr marL="0" indent="0" algn="r">
              <a:lnSpc>
                <a:spcPct val="100000"/>
              </a:lnSpc>
              <a:spcBef>
                <a:spcPts val="0"/>
              </a:spcBef>
              <a:buFont typeface="+mj-lt"/>
              <a:buNone/>
              <a:defRPr lang="ru-MO" sz="1400" b="1" cap="all" spc="100" baseline="0">
                <a:solidFill>
                  <a:schemeClr val="tx1"/>
                </a:solidFill>
                <a:latin typeface="+mj-lt"/>
              </a:defRPr>
            </a:lvl1pPr>
          </a:lstStyle>
          <a:p>
            <a:pPr lvl="0" rtl="0"/>
            <a:r>
              <a:rPr lang="ru-RU" noProof="0"/>
              <a:t>Имя</a:t>
            </a:r>
          </a:p>
        </p:txBody>
      </p:sp>
      <p:sp>
        <p:nvSpPr>
          <p:cNvPr id="11" name="Текст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457200" y="3094300"/>
            <a:ext cx="1399032" cy="517580"/>
          </a:xfrm>
        </p:spPr>
        <p:txBody>
          <a:bodyPr lIns="0" tIns="0" rIns="0" bIns="0" rtlCol="0">
            <a:noAutofit/>
          </a:bodyPr>
          <a:lstStyle>
            <a:lvl1pPr marL="0" indent="0" algn="r">
              <a:lnSpc>
                <a:spcPct val="100000"/>
              </a:lnSpc>
              <a:spcBef>
                <a:spcPts val="0"/>
              </a:spcBef>
              <a:buNone/>
              <a:defRPr lang="ru-MO" sz="1200" b="0" spc="100" baseline="0">
                <a:solidFill>
                  <a:schemeClr val="tx1"/>
                </a:solidFill>
              </a:defRPr>
            </a:lvl1pPr>
          </a:lstStyle>
          <a:p>
            <a:pPr lvl="0" rtl="0"/>
            <a:r>
              <a:rPr lang="ru-RU" noProof="0"/>
              <a:t>Название</a:t>
            </a:r>
          </a:p>
        </p:txBody>
      </p:sp>
      <p:sp>
        <p:nvSpPr>
          <p:cNvPr id="28" name="Текст 28">
            <a:extLst>
              <a:ext uri="{FF2B5EF4-FFF2-40B4-BE49-F238E27FC236}">
                <a16:creationId xmlns:a16="http://schemas.microsoft.com/office/drawing/2014/main" id="{739AFCF1-55F0-974F-0F5C-34444B290B55}"/>
              </a:ext>
            </a:extLst>
          </p:cNvPr>
          <p:cNvSpPr>
            <a:spLocks noGrp="1"/>
          </p:cNvSpPr>
          <p:nvPr>
            <p:ph type="body" sz="quarter" idx="29" hasCustomPrompt="1"/>
          </p:nvPr>
        </p:nvSpPr>
        <p:spPr>
          <a:xfrm>
            <a:off x="457200" y="4479943"/>
            <a:ext cx="1399032" cy="411480"/>
          </a:xfrm>
        </p:spPr>
        <p:txBody>
          <a:bodyPr lIns="0" tIns="0" rIns="0" bIns="0" rtlCol="0" anchor="t">
            <a:noAutofit/>
          </a:bodyPr>
          <a:lstStyle>
            <a:lvl1pPr marL="0" indent="0" algn="r">
              <a:lnSpc>
                <a:spcPct val="100000"/>
              </a:lnSpc>
              <a:spcBef>
                <a:spcPts val="0"/>
              </a:spcBef>
              <a:buFont typeface="+mj-lt"/>
              <a:buNone/>
              <a:defRPr lang="ru-MO" sz="1400" b="1" cap="all" spc="100" baseline="0">
                <a:solidFill>
                  <a:schemeClr val="tx1"/>
                </a:solidFill>
                <a:latin typeface="+mj-lt"/>
              </a:defRPr>
            </a:lvl1pPr>
          </a:lstStyle>
          <a:p>
            <a:pPr lvl="0" rtl="0"/>
            <a:r>
              <a:rPr lang="ru-RU" noProof="0"/>
              <a:t>Имя</a:t>
            </a:r>
          </a:p>
        </p:txBody>
      </p:sp>
      <p:sp>
        <p:nvSpPr>
          <p:cNvPr id="29" name="Текст 28">
            <a:extLst>
              <a:ext uri="{FF2B5EF4-FFF2-40B4-BE49-F238E27FC236}">
                <a16:creationId xmlns:a16="http://schemas.microsoft.com/office/drawing/2014/main" id="{77CF7DE5-8E6D-2C2C-A514-BAB6D4B6FF3B}"/>
              </a:ext>
            </a:extLst>
          </p:cNvPr>
          <p:cNvSpPr>
            <a:spLocks noGrp="1"/>
          </p:cNvSpPr>
          <p:nvPr>
            <p:ph type="body" sz="quarter" idx="30" hasCustomPrompt="1"/>
          </p:nvPr>
        </p:nvSpPr>
        <p:spPr>
          <a:xfrm>
            <a:off x="457200" y="4904195"/>
            <a:ext cx="1399032" cy="517580"/>
          </a:xfrm>
        </p:spPr>
        <p:txBody>
          <a:bodyPr lIns="0" tIns="0" rIns="0" bIns="0" rtlCol="0">
            <a:noAutofit/>
          </a:bodyPr>
          <a:lstStyle>
            <a:lvl1pPr marL="0" indent="0" algn="r">
              <a:lnSpc>
                <a:spcPct val="100000"/>
              </a:lnSpc>
              <a:spcBef>
                <a:spcPts val="0"/>
              </a:spcBef>
              <a:buNone/>
              <a:defRPr lang="ru-MO" sz="1200" b="0" spc="100" baseline="0">
                <a:solidFill>
                  <a:schemeClr val="tx1"/>
                </a:solidFill>
              </a:defRPr>
            </a:lvl1pPr>
          </a:lstStyle>
          <a:p>
            <a:pPr lvl="0" rtl="0"/>
            <a:r>
              <a:rPr lang="ru-RU" noProof="0"/>
              <a:t>Название</a:t>
            </a:r>
          </a:p>
        </p:txBody>
      </p:sp>
      <p:sp>
        <p:nvSpPr>
          <p:cNvPr id="6" name="Рисунок 23">
            <a:extLst>
              <a:ext uri="{FF2B5EF4-FFF2-40B4-BE49-F238E27FC236}">
                <a16:creationId xmlns:a16="http://schemas.microsoft.com/office/drawing/2014/main" id="{5E48B363-63E8-4F17-842B-53AD935A6529}"/>
              </a:ext>
            </a:extLst>
          </p:cNvPr>
          <p:cNvSpPr>
            <a:spLocks noGrp="1" noChangeAspect="1"/>
          </p:cNvSpPr>
          <p:nvPr>
            <p:ph type="pic" sz="quarter" idx="13"/>
          </p:nvPr>
        </p:nvSpPr>
        <p:spPr>
          <a:xfrm>
            <a:off x="1993392" y="2450592"/>
            <a:ext cx="1161288" cy="1161288"/>
          </a:xfrm>
        </p:spPr>
        <p:txBody>
          <a:bodyPr rtlCol="0">
            <a:normAutofit/>
          </a:bodyPr>
          <a:lstStyle>
            <a:lvl1pPr marL="0" indent="0">
              <a:buNone/>
              <a:defRPr lang="ru-MO" sz="1400">
                <a:solidFill>
                  <a:schemeClr val="tx1"/>
                </a:solidFill>
              </a:defRPr>
            </a:lvl1pPr>
          </a:lstStyle>
          <a:p>
            <a:pPr rtl="0"/>
            <a:r>
              <a:rPr lang="ru-RU" noProof="0"/>
              <a:t>Вставка рисунка</a:t>
            </a:r>
          </a:p>
        </p:txBody>
      </p:sp>
      <p:sp>
        <p:nvSpPr>
          <p:cNvPr id="21" name="Рисунок 23">
            <a:extLst>
              <a:ext uri="{FF2B5EF4-FFF2-40B4-BE49-F238E27FC236}">
                <a16:creationId xmlns:a16="http://schemas.microsoft.com/office/drawing/2014/main" id="{DBA744D6-401F-C995-EF58-BD24A0DD8581}"/>
              </a:ext>
            </a:extLst>
          </p:cNvPr>
          <p:cNvSpPr>
            <a:spLocks noGrp="1" noChangeAspect="1"/>
          </p:cNvSpPr>
          <p:nvPr>
            <p:ph type="pic" sz="quarter" idx="25"/>
          </p:nvPr>
        </p:nvSpPr>
        <p:spPr>
          <a:xfrm>
            <a:off x="1993392" y="4260487"/>
            <a:ext cx="1161288" cy="1161288"/>
          </a:xfrm>
        </p:spPr>
        <p:txBody>
          <a:bodyPr rtlCol="0">
            <a:normAutofit/>
          </a:bodyPr>
          <a:lstStyle>
            <a:lvl1pPr marL="0" indent="0">
              <a:buNone/>
              <a:defRPr lang="ru-MO" sz="1400">
                <a:solidFill>
                  <a:schemeClr val="tx1"/>
                </a:solidFill>
              </a:defRPr>
            </a:lvl1pPr>
          </a:lstStyle>
          <a:p>
            <a:pPr rtl="0"/>
            <a:r>
              <a:rPr lang="ru-RU" noProof="0"/>
              <a:t>Вставка рисунка</a:t>
            </a:r>
          </a:p>
        </p:txBody>
      </p:sp>
      <p:sp>
        <p:nvSpPr>
          <p:cNvPr id="12" name="Текст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3218688" y="2670048"/>
            <a:ext cx="1399032" cy="411480"/>
          </a:xfrm>
        </p:spPr>
        <p:txBody>
          <a:bodyPr lIns="0" tIns="0" rIns="0" bIns="0" rtlCol="0" anchor="t">
            <a:noAutofit/>
          </a:bodyPr>
          <a:lstStyle>
            <a:lvl1pPr marL="0" indent="0" algn="r">
              <a:lnSpc>
                <a:spcPct val="100000"/>
              </a:lnSpc>
              <a:spcBef>
                <a:spcPts val="0"/>
              </a:spcBef>
              <a:buFont typeface="+mj-lt"/>
              <a:buNone/>
              <a:defRPr lang="ru-MO" sz="1400" b="1" cap="all" spc="100" baseline="0">
                <a:solidFill>
                  <a:schemeClr val="tx1"/>
                </a:solidFill>
                <a:latin typeface="+mj-lt"/>
              </a:defRPr>
            </a:lvl1pPr>
          </a:lstStyle>
          <a:p>
            <a:pPr lvl="0" rtl="0"/>
            <a:r>
              <a:rPr lang="ru-RU" noProof="0"/>
              <a:t>Имя</a:t>
            </a:r>
          </a:p>
        </p:txBody>
      </p:sp>
      <p:sp>
        <p:nvSpPr>
          <p:cNvPr id="13" name="Текст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3218688" y="3094300"/>
            <a:ext cx="1399032" cy="517580"/>
          </a:xfrm>
        </p:spPr>
        <p:txBody>
          <a:bodyPr lIns="0" tIns="0" rIns="0" bIns="0" rtlCol="0">
            <a:noAutofit/>
          </a:bodyPr>
          <a:lstStyle>
            <a:lvl1pPr marL="0" indent="0" algn="r">
              <a:lnSpc>
                <a:spcPct val="100000"/>
              </a:lnSpc>
              <a:spcBef>
                <a:spcPts val="0"/>
              </a:spcBef>
              <a:buNone/>
              <a:defRPr lang="ru-MO" sz="1200" b="0" spc="100" baseline="0">
                <a:solidFill>
                  <a:schemeClr val="tx1"/>
                </a:solidFill>
              </a:defRPr>
            </a:lvl1pPr>
          </a:lstStyle>
          <a:p>
            <a:pPr lvl="0" rtl="0"/>
            <a:r>
              <a:rPr lang="ru-RU" noProof="0"/>
              <a:t>Название</a:t>
            </a:r>
          </a:p>
        </p:txBody>
      </p:sp>
      <p:sp>
        <p:nvSpPr>
          <p:cNvPr id="30" name="Текст 28">
            <a:extLst>
              <a:ext uri="{FF2B5EF4-FFF2-40B4-BE49-F238E27FC236}">
                <a16:creationId xmlns:a16="http://schemas.microsoft.com/office/drawing/2014/main" id="{B1201CED-247A-16CA-9F03-BF32393D3B56}"/>
              </a:ext>
            </a:extLst>
          </p:cNvPr>
          <p:cNvSpPr>
            <a:spLocks noGrp="1"/>
          </p:cNvSpPr>
          <p:nvPr>
            <p:ph type="body" sz="quarter" idx="31" hasCustomPrompt="1"/>
          </p:nvPr>
        </p:nvSpPr>
        <p:spPr>
          <a:xfrm>
            <a:off x="3218688" y="4479943"/>
            <a:ext cx="1399032" cy="411480"/>
          </a:xfrm>
        </p:spPr>
        <p:txBody>
          <a:bodyPr lIns="0" tIns="0" rIns="0" bIns="0" rtlCol="0" anchor="t">
            <a:noAutofit/>
          </a:bodyPr>
          <a:lstStyle>
            <a:lvl1pPr marL="0" indent="0" algn="r">
              <a:lnSpc>
                <a:spcPct val="100000"/>
              </a:lnSpc>
              <a:spcBef>
                <a:spcPts val="0"/>
              </a:spcBef>
              <a:buFont typeface="+mj-lt"/>
              <a:buNone/>
              <a:defRPr lang="ru-MO" sz="1400" b="1" cap="all" spc="100" baseline="0">
                <a:solidFill>
                  <a:schemeClr val="tx1"/>
                </a:solidFill>
                <a:latin typeface="+mj-lt"/>
              </a:defRPr>
            </a:lvl1pPr>
          </a:lstStyle>
          <a:p>
            <a:pPr lvl="0" rtl="0"/>
            <a:r>
              <a:rPr lang="ru-RU" noProof="0"/>
              <a:t>Имя</a:t>
            </a:r>
          </a:p>
        </p:txBody>
      </p:sp>
      <p:sp>
        <p:nvSpPr>
          <p:cNvPr id="31" name="Текст 28">
            <a:extLst>
              <a:ext uri="{FF2B5EF4-FFF2-40B4-BE49-F238E27FC236}">
                <a16:creationId xmlns:a16="http://schemas.microsoft.com/office/drawing/2014/main" id="{2D5FA954-036C-191F-7040-1848AB2BE3CA}"/>
              </a:ext>
            </a:extLst>
          </p:cNvPr>
          <p:cNvSpPr>
            <a:spLocks noGrp="1"/>
          </p:cNvSpPr>
          <p:nvPr>
            <p:ph type="body" sz="quarter" idx="32" hasCustomPrompt="1"/>
          </p:nvPr>
        </p:nvSpPr>
        <p:spPr>
          <a:xfrm>
            <a:off x="3218688" y="4904195"/>
            <a:ext cx="1399032" cy="517580"/>
          </a:xfrm>
        </p:spPr>
        <p:txBody>
          <a:bodyPr lIns="0" tIns="0" rIns="0" bIns="0" rtlCol="0">
            <a:noAutofit/>
          </a:bodyPr>
          <a:lstStyle>
            <a:lvl1pPr marL="0" indent="0" algn="r">
              <a:lnSpc>
                <a:spcPct val="100000"/>
              </a:lnSpc>
              <a:spcBef>
                <a:spcPts val="0"/>
              </a:spcBef>
              <a:buNone/>
              <a:defRPr lang="ru-MO" sz="1200" b="0" spc="100" baseline="0">
                <a:solidFill>
                  <a:schemeClr val="tx1"/>
                </a:solidFill>
              </a:defRPr>
            </a:lvl1pPr>
          </a:lstStyle>
          <a:p>
            <a:pPr lvl="0" rtl="0"/>
            <a:r>
              <a:rPr lang="ru-RU" noProof="0"/>
              <a:t>Название</a:t>
            </a:r>
          </a:p>
        </p:txBody>
      </p:sp>
      <p:sp>
        <p:nvSpPr>
          <p:cNvPr id="7" name="Рисунок 23">
            <a:extLst>
              <a:ext uri="{FF2B5EF4-FFF2-40B4-BE49-F238E27FC236}">
                <a16:creationId xmlns:a16="http://schemas.microsoft.com/office/drawing/2014/main" id="{9ABA5222-6FD6-405B-8AC8-18022C36590F}"/>
              </a:ext>
            </a:extLst>
          </p:cNvPr>
          <p:cNvSpPr>
            <a:spLocks noGrp="1" noChangeAspect="1"/>
          </p:cNvSpPr>
          <p:nvPr>
            <p:ph type="pic" sz="quarter" idx="14"/>
          </p:nvPr>
        </p:nvSpPr>
        <p:spPr>
          <a:xfrm>
            <a:off x="4745736" y="2450592"/>
            <a:ext cx="1161288" cy="1161288"/>
          </a:xfrm>
        </p:spPr>
        <p:txBody>
          <a:bodyPr rtlCol="0">
            <a:normAutofit/>
          </a:bodyPr>
          <a:lstStyle>
            <a:lvl1pPr marL="0" indent="0">
              <a:buNone/>
              <a:defRPr lang="ru-MO" sz="1400">
                <a:solidFill>
                  <a:schemeClr val="tx1"/>
                </a:solidFill>
              </a:defRPr>
            </a:lvl1pPr>
          </a:lstStyle>
          <a:p>
            <a:pPr rtl="0"/>
            <a:r>
              <a:rPr lang="ru-RU" noProof="0"/>
              <a:t>Вставка рисунка</a:t>
            </a:r>
          </a:p>
        </p:txBody>
      </p:sp>
      <p:sp>
        <p:nvSpPr>
          <p:cNvPr id="23" name="Рисунок 23">
            <a:extLst>
              <a:ext uri="{FF2B5EF4-FFF2-40B4-BE49-F238E27FC236}">
                <a16:creationId xmlns:a16="http://schemas.microsoft.com/office/drawing/2014/main" id="{8CFBAF86-D36B-F789-2C9C-78C6830B13C9}"/>
              </a:ext>
            </a:extLst>
          </p:cNvPr>
          <p:cNvSpPr>
            <a:spLocks noGrp="1" noChangeAspect="1"/>
          </p:cNvSpPr>
          <p:nvPr>
            <p:ph type="pic" sz="quarter" idx="26"/>
          </p:nvPr>
        </p:nvSpPr>
        <p:spPr>
          <a:xfrm>
            <a:off x="4745736" y="4260487"/>
            <a:ext cx="1161288" cy="1161288"/>
          </a:xfrm>
        </p:spPr>
        <p:txBody>
          <a:bodyPr rtlCol="0">
            <a:normAutofit/>
          </a:bodyPr>
          <a:lstStyle>
            <a:lvl1pPr marL="0" indent="0">
              <a:buNone/>
              <a:defRPr lang="ru-MO" sz="1400">
                <a:solidFill>
                  <a:schemeClr val="tx1"/>
                </a:solidFill>
              </a:defRPr>
            </a:lvl1pPr>
          </a:lstStyle>
          <a:p>
            <a:pPr rtl="0"/>
            <a:r>
              <a:rPr lang="ru-RU" noProof="0"/>
              <a:t>Вставка рисунка</a:t>
            </a:r>
          </a:p>
        </p:txBody>
      </p:sp>
      <p:sp>
        <p:nvSpPr>
          <p:cNvPr id="14" name="Текст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5966787" y="2670048"/>
            <a:ext cx="1399032" cy="411480"/>
          </a:xfrm>
        </p:spPr>
        <p:txBody>
          <a:bodyPr lIns="0" tIns="0" rIns="0" bIns="0" rtlCol="0" anchor="t">
            <a:noAutofit/>
          </a:bodyPr>
          <a:lstStyle>
            <a:lvl1pPr marL="0" indent="0" algn="r">
              <a:lnSpc>
                <a:spcPct val="100000"/>
              </a:lnSpc>
              <a:spcBef>
                <a:spcPts val="0"/>
              </a:spcBef>
              <a:buFont typeface="+mj-lt"/>
              <a:buNone/>
              <a:defRPr lang="ru-MO" sz="1400" b="1" cap="all" spc="100" baseline="0">
                <a:solidFill>
                  <a:schemeClr val="tx1"/>
                </a:solidFill>
                <a:latin typeface="+mj-lt"/>
              </a:defRPr>
            </a:lvl1pPr>
          </a:lstStyle>
          <a:p>
            <a:pPr lvl="0" rtl="0"/>
            <a:r>
              <a:rPr lang="ru-RU" noProof="0"/>
              <a:t>Имя</a:t>
            </a:r>
          </a:p>
        </p:txBody>
      </p:sp>
      <p:sp>
        <p:nvSpPr>
          <p:cNvPr id="15" name="Текст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5966787" y="3094300"/>
            <a:ext cx="1399032" cy="517580"/>
          </a:xfrm>
        </p:spPr>
        <p:txBody>
          <a:bodyPr lIns="0" tIns="0" rIns="0" bIns="0" rtlCol="0">
            <a:noAutofit/>
          </a:bodyPr>
          <a:lstStyle>
            <a:lvl1pPr marL="0" indent="0" algn="r">
              <a:lnSpc>
                <a:spcPct val="100000"/>
              </a:lnSpc>
              <a:spcBef>
                <a:spcPts val="0"/>
              </a:spcBef>
              <a:buNone/>
              <a:defRPr lang="ru-MO" sz="1200" b="0" spc="100" baseline="0">
                <a:solidFill>
                  <a:schemeClr val="tx1"/>
                </a:solidFill>
              </a:defRPr>
            </a:lvl1pPr>
          </a:lstStyle>
          <a:p>
            <a:pPr lvl="0" rtl="0"/>
            <a:r>
              <a:rPr lang="ru-RU" noProof="0"/>
              <a:t>Название</a:t>
            </a:r>
          </a:p>
        </p:txBody>
      </p:sp>
      <p:sp>
        <p:nvSpPr>
          <p:cNvPr id="32" name="Текст 28">
            <a:extLst>
              <a:ext uri="{FF2B5EF4-FFF2-40B4-BE49-F238E27FC236}">
                <a16:creationId xmlns:a16="http://schemas.microsoft.com/office/drawing/2014/main" id="{6E32CE61-2D9B-C245-0D18-C33760B08537}"/>
              </a:ext>
            </a:extLst>
          </p:cNvPr>
          <p:cNvSpPr>
            <a:spLocks noGrp="1"/>
          </p:cNvSpPr>
          <p:nvPr>
            <p:ph type="body" sz="quarter" idx="33" hasCustomPrompt="1"/>
          </p:nvPr>
        </p:nvSpPr>
        <p:spPr>
          <a:xfrm>
            <a:off x="5966787" y="4479943"/>
            <a:ext cx="1399032" cy="411480"/>
          </a:xfrm>
        </p:spPr>
        <p:txBody>
          <a:bodyPr lIns="0" tIns="0" rIns="0" bIns="0" rtlCol="0" anchor="t">
            <a:noAutofit/>
          </a:bodyPr>
          <a:lstStyle>
            <a:lvl1pPr marL="0" indent="0" algn="r">
              <a:lnSpc>
                <a:spcPct val="100000"/>
              </a:lnSpc>
              <a:spcBef>
                <a:spcPts val="0"/>
              </a:spcBef>
              <a:buFont typeface="+mj-lt"/>
              <a:buNone/>
              <a:defRPr lang="ru-MO" sz="1400" b="1" cap="all" spc="100" baseline="0">
                <a:solidFill>
                  <a:schemeClr val="tx1"/>
                </a:solidFill>
                <a:latin typeface="+mj-lt"/>
              </a:defRPr>
            </a:lvl1pPr>
          </a:lstStyle>
          <a:p>
            <a:pPr lvl="0" rtl="0"/>
            <a:r>
              <a:rPr lang="ru-RU" noProof="0"/>
              <a:t>Имя</a:t>
            </a:r>
          </a:p>
        </p:txBody>
      </p:sp>
      <p:sp>
        <p:nvSpPr>
          <p:cNvPr id="33" name="Текст 28">
            <a:extLst>
              <a:ext uri="{FF2B5EF4-FFF2-40B4-BE49-F238E27FC236}">
                <a16:creationId xmlns:a16="http://schemas.microsoft.com/office/drawing/2014/main" id="{E4068D0A-21CD-897C-9CC1-0BFDAABBD491}"/>
              </a:ext>
            </a:extLst>
          </p:cNvPr>
          <p:cNvSpPr>
            <a:spLocks noGrp="1"/>
          </p:cNvSpPr>
          <p:nvPr>
            <p:ph type="body" sz="quarter" idx="34" hasCustomPrompt="1"/>
          </p:nvPr>
        </p:nvSpPr>
        <p:spPr>
          <a:xfrm>
            <a:off x="5966787" y="4904195"/>
            <a:ext cx="1399032" cy="517580"/>
          </a:xfrm>
        </p:spPr>
        <p:txBody>
          <a:bodyPr lIns="0" tIns="0" rIns="0" bIns="0" rtlCol="0">
            <a:noAutofit/>
          </a:bodyPr>
          <a:lstStyle>
            <a:lvl1pPr marL="0" indent="0" algn="r">
              <a:lnSpc>
                <a:spcPct val="100000"/>
              </a:lnSpc>
              <a:spcBef>
                <a:spcPts val="0"/>
              </a:spcBef>
              <a:buNone/>
              <a:defRPr lang="ru-MO" sz="1200" b="0" spc="100" baseline="0">
                <a:solidFill>
                  <a:schemeClr val="tx1"/>
                </a:solidFill>
              </a:defRPr>
            </a:lvl1pPr>
          </a:lstStyle>
          <a:p>
            <a:pPr lvl="0" rtl="0"/>
            <a:r>
              <a:rPr lang="ru-RU" noProof="0"/>
              <a:t>Название</a:t>
            </a:r>
          </a:p>
        </p:txBody>
      </p:sp>
      <p:sp>
        <p:nvSpPr>
          <p:cNvPr id="8" name="Рисунок 23">
            <a:extLst>
              <a:ext uri="{FF2B5EF4-FFF2-40B4-BE49-F238E27FC236}">
                <a16:creationId xmlns:a16="http://schemas.microsoft.com/office/drawing/2014/main" id="{124DE785-775F-4AE4-94B3-FA728188EBA5}"/>
              </a:ext>
            </a:extLst>
          </p:cNvPr>
          <p:cNvSpPr>
            <a:spLocks noGrp="1" noChangeAspect="1"/>
          </p:cNvSpPr>
          <p:nvPr>
            <p:ph type="pic" sz="quarter" idx="15"/>
          </p:nvPr>
        </p:nvSpPr>
        <p:spPr>
          <a:xfrm>
            <a:off x="7498080" y="2450592"/>
            <a:ext cx="1161288" cy="1161288"/>
          </a:xfrm>
        </p:spPr>
        <p:txBody>
          <a:bodyPr rtlCol="0">
            <a:normAutofit/>
          </a:bodyPr>
          <a:lstStyle>
            <a:lvl1pPr marL="0" indent="0">
              <a:buNone/>
              <a:defRPr lang="ru-MO" sz="1400">
                <a:solidFill>
                  <a:schemeClr val="tx1"/>
                </a:solidFill>
              </a:defRPr>
            </a:lvl1pPr>
          </a:lstStyle>
          <a:p>
            <a:pPr rtl="0"/>
            <a:r>
              <a:rPr lang="ru-RU" noProof="0"/>
              <a:t>Вставка рисунка</a:t>
            </a:r>
          </a:p>
        </p:txBody>
      </p:sp>
      <p:sp>
        <p:nvSpPr>
          <p:cNvPr id="26" name="Рисунок 23">
            <a:extLst>
              <a:ext uri="{FF2B5EF4-FFF2-40B4-BE49-F238E27FC236}">
                <a16:creationId xmlns:a16="http://schemas.microsoft.com/office/drawing/2014/main" id="{C110D526-1AE4-5106-E956-0B2ED3A4D4BC}"/>
              </a:ext>
            </a:extLst>
          </p:cNvPr>
          <p:cNvSpPr>
            <a:spLocks noGrp="1" noChangeAspect="1"/>
          </p:cNvSpPr>
          <p:nvPr>
            <p:ph type="pic" sz="quarter" idx="27"/>
          </p:nvPr>
        </p:nvSpPr>
        <p:spPr>
          <a:xfrm>
            <a:off x="7498080" y="4260487"/>
            <a:ext cx="1161288" cy="1161288"/>
          </a:xfrm>
        </p:spPr>
        <p:txBody>
          <a:bodyPr rtlCol="0">
            <a:normAutofit/>
          </a:bodyPr>
          <a:lstStyle>
            <a:lvl1pPr marL="0" indent="0">
              <a:buNone/>
              <a:defRPr lang="ru-MO" sz="1400">
                <a:solidFill>
                  <a:schemeClr val="tx1"/>
                </a:solidFill>
              </a:defRPr>
            </a:lvl1pPr>
          </a:lstStyle>
          <a:p>
            <a:pPr rtl="0"/>
            <a:r>
              <a:rPr lang="ru-RU" noProof="0"/>
              <a:t>Вставка рисунка</a:t>
            </a:r>
          </a:p>
        </p:txBody>
      </p:sp>
      <p:sp>
        <p:nvSpPr>
          <p:cNvPr id="16" name="Текст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8732520" y="2670048"/>
            <a:ext cx="1399032" cy="411480"/>
          </a:xfrm>
        </p:spPr>
        <p:txBody>
          <a:bodyPr lIns="0" tIns="0" rIns="0" bIns="0" rtlCol="0" anchor="t">
            <a:noAutofit/>
          </a:bodyPr>
          <a:lstStyle>
            <a:lvl1pPr marL="0" indent="0" algn="r">
              <a:lnSpc>
                <a:spcPct val="100000"/>
              </a:lnSpc>
              <a:spcBef>
                <a:spcPts val="0"/>
              </a:spcBef>
              <a:buFont typeface="+mj-lt"/>
              <a:buNone/>
              <a:defRPr lang="ru-MO" sz="1400" b="1" cap="all" spc="100" baseline="0">
                <a:solidFill>
                  <a:schemeClr val="tx1"/>
                </a:solidFill>
                <a:latin typeface="+mj-lt"/>
              </a:defRPr>
            </a:lvl1pPr>
          </a:lstStyle>
          <a:p>
            <a:pPr lvl="0" rtl="0"/>
            <a:r>
              <a:rPr lang="ru-RU" noProof="0"/>
              <a:t>Имя</a:t>
            </a:r>
          </a:p>
        </p:txBody>
      </p:sp>
      <p:sp>
        <p:nvSpPr>
          <p:cNvPr id="17" name="Текст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8732520" y="3094300"/>
            <a:ext cx="1399032" cy="517580"/>
          </a:xfrm>
        </p:spPr>
        <p:txBody>
          <a:bodyPr lIns="0" tIns="0" rIns="0" bIns="0" rtlCol="0">
            <a:noAutofit/>
          </a:bodyPr>
          <a:lstStyle>
            <a:lvl1pPr marL="0" indent="0" algn="r">
              <a:lnSpc>
                <a:spcPct val="100000"/>
              </a:lnSpc>
              <a:spcBef>
                <a:spcPts val="0"/>
              </a:spcBef>
              <a:buNone/>
              <a:defRPr lang="ru-MO" sz="1200" b="0" spc="100" baseline="0">
                <a:solidFill>
                  <a:schemeClr val="tx1"/>
                </a:solidFill>
              </a:defRPr>
            </a:lvl1pPr>
          </a:lstStyle>
          <a:p>
            <a:pPr lvl="0" rtl="0"/>
            <a:r>
              <a:rPr lang="ru-RU" noProof="0"/>
              <a:t>Название</a:t>
            </a:r>
          </a:p>
        </p:txBody>
      </p:sp>
      <p:sp>
        <p:nvSpPr>
          <p:cNvPr id="34" name="Текст 28">
            <a:extLst>
              <a:ext uri="{FF2B5EF4-FFF2-40B4-BE49-F238E27FC236}">
                <a16:creationId xmlns:a16="http://schemas.microsoft.com/office/drawing/2014/main" id="{3858F91A-46AA-AF23-2716-3B2B678BBE01}"/>
              </a:ext>
            </a:extLst>
          </p:cNvPr>
          <p:cNvSpPr>
            <a:spLocks noGrp="1"/>
          </p:cNvSpPr>
          <p:nvPr>
            <p:ph type="body" sz="quarter" idx="35" hasCustomPrompt="1"/>
          </p:nvPr>
        </p:nvSpPr>
        <p:spPr>
          <a:xfrm>
            <a:off x="8732520" y="4479943"/>
            <a:ext cx="1399032" cy="411480"/>
          </a:xfrm>
        </p:spPr>
        <p:txBody>
          <a:bodyPr lIns="0" tIns="0" rIns="0" bIns="0" rtlCol="0" anchor="t">
            <a:noAutofit/>
          </a:bodyPr>
          <a:lstStyle>
            <a:lvl1pPr marL="0" indent="0" algn="r">
              <a:lnSpc>
                <a:spcPct val="100000"/>
              </a:lnSpc>
              <a:spcBef>
                <a:spcPts val="0"/>
              </a:spcBef>
              <a:buFont typeface="+mj-lt"/>
              <a:buNone/>
              <a:defRPr lang="ru-MO" sz="1400" b="1" cap="all" spc="100" baseline="0">
                <a:solidFill>
                  <a:schemeClr val="tx1"/>
                </a:solidFill>
                <a:latin typeface="+mj-lt"/>
              </a:defRPr>
            </a:lvl1pPr>
          </a:lstStyle>
          <a:p>
            <a:pPr lvl="0" rtl="0"/>
            <a:r>
              <a:rPr lang="ru-RU" noProof="0"/>
              <a:t>Имя</a:t>
            </a:r>
          </a:p>
        </p:txBody>
      </p:sp>
      <p:sp>
        <p:nvSpPr>
          <p:cNvPr id="35" name="Текст 28">
            <a:extLst>
              <a:ext uri="{FF2B5EF4-FFF2-40B4-BE49-F238E27FC236}">
                <a16:creationId xmlns:a16="http://schemas.microsoft.com/office/drawing/2014/main" id="{EBC002F6-7435-833F-0E8B-30A53B0755AE}"/>
              </a:ext>
            </a:extLst>
          </p:cNvPr>
          <p:cNvSpPr>
            <a:spLocks noGrp="1"/>
          </p:cNvSpPr>
          <p:nvPr>
            <p:ph type="body" sz="quarter" idx="36" hasCustomPrompt="1"/>
          </p:nvPr>
        </p:nvSpPr>
        <p:spPr>
          <a:xfrm>
            <a:off x="8732520" y="4904195"/>
            <a:ext cx="1399032" cy="517580"/>
          </a:xfrm>
        </p:spPr>
        <p:txBody>
          <a:bodyPr lIns="0" tIns="0" rIns="0" bIns="0" rtlCol="0">
            <a:noAutofit/>
          </a:bodyPr>
          <a:lstStyle>
            <a:lvl1pPr marL="0" indent="0" algn="r">
              <a:lnSpc>
                <a:spcPct val="100000"/>
              </a:lnSpc>
              <a:spcBef>
                <a:spcPts val="0"/>
              </a:spcBef>
              <a:buNone/>
              <a:defRPr lang="ru-MO" sz="1200" b="0" spc="100" baseline="0">
                <a:solidFill>
                  <a:schemeClr val="tx1"/>
                </a:solidFill>
              </a:defRPr>
            </a:lvl1pPr>
          </a:lstStyle>
          <a:p>
            <a:pPr lvl="0" rtl="0"/>
            <a:r>
              <a:rPr lang="ru-RU" noProof="0"/>
              <a:t>Название</a:t>
            </a:r>
          </a:p>
        </p:txBody>
      </p:sp>
      <p:sp>
        <p:nvSpPr>
          <p:cNvPr id="9" name="Рисунок 23">
            <a:extLst>
              <a:ext uri="{FF2B5EF4-FFF2-40B4-BE49-F238E27FC236}">
                <a16:creationId xmlns:a16="http://schemas.microsoft.com/office/drawing/2014/main" id="{F5694B35-7776-4DB9-9EB7-3AF076EC357D}"/>
              </a:ext>
            </a:extLst>
          </p:cNvPr>
          <p:cNvSpPr>
            <a:spLocks noGrp="1" noChangeAspect="1"/>
          </p:cNvSpPr>
          <p:nvPr>
            <p:ph type="pic" sz="quarter" idx="16"/>
          </p:nvPr>
        </p:nvSpPr>
        <p:spPr>
          <a:xfrm>
            <a:off x="10250424" y="2450592"/>
            <a:ext cx="1161288" cy="1161288"/>
          </a:xfrm>
        </p:spPr>
        <p:txBody>
          <a:bodyPr rtlCol="0">
            <a:normAutofit/>
          </a:bodyPr>
          <a:lstStyle>
            <a:lvl1pPr marL="0" indent="0">
              <a:buNone/>
              <a:defRPr lang="ru-MO" sz="1400">
                <a:solidFill>
                  <a:schemeClr val="tx1"/>
                </a:solidFill>
              </a:defRPr>
            </a:lvl1pPr>
          </a:lstStyle>
          <a:p>
            <a:pPr rtl="0"/>
            <a:r>
              <a:rPr lang="ru-RU" noProof="0"/>
              <a:t>Вставка рисунка</a:t>
            </a:r>
          </a:p>
        </p:txBody>
      </p:sp>
      <p:sp>
        <p:nvSpPr>
          <p:cNvPr id="27" name="Рисунок 23">
            <a:extLst>
              <a:ext uri="{FF2B5EF4-FFF2-40B4-BE49-F238E27FC236}">
                <a16:creationId xmlns:a16="http://schemas.microsoft.com/office/drawing/2014/main" id="{2CBF8435-BD05-F386-4E6E-F2B6F6894FD7}"/>
              </a:ext>
            </a:extLst>
          </p:cNvPr>
          <p:cNvSpPr>
            <a:spLocks noGrp="1" noChangeAspect="1"/>
          </p:cNvSpPr>
          <p:nvPr>
            <p:ph type="pic" sz="quarter" idx="28"/>
          </p:nvPr>
        </p:nvSpPr>
        <p:spPr>
          <a:xfrm>
            <a:off x="10250424" y="4260487"/>
            <a:ext cx="1161288" cy="1161288"/>
          </a:xfrm>
        </p:spPr>
        <p:txBody>
          <a:bodyPr rtlCol="0">
            <a:normAutofit/>
          </a:bodyPr>
          <a:lstStyle>
            <a:lvl1pPr marL="0" indent="0">
              <a:buNone/>
              <a:defRPr lang="ru-MO" sz="1400">
                <a:solidFill>
                  <a:schemeClr val="tx1"/>
                </a:solidFill>
              </a:defRPr>
            </a:lvl1pPr>
          </a:lstStyle>
          <a:p>
            <a:pPr rtl="0"/>
            <a:r>
              <a:rPr lang="ru-RU" noProof="0"/>
              <a:t>Вставка рисунка</a:t>
            </a:r>
          </a:p>
        </p:txBody>
      </p:sp>
      <p:sp>
        <p:nvSpPr>
          <p:cNvPr id="4" name="Нижний колонтитул 3">
            <a:extLst>
              <a:ext uri="{FF2B5EF4-FFF2-40B4-BE49-F238E27FC236}">
                <a16:creationId xmlns:a16="http://schemas.microsoft.com/office/drawing/2014/main" id="{96356206-85FD-45F5-A1F7-128DB34C860F}"/>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5" name="Номер слайда 4">
            <a:extLst>
              <a:ext uri="{FF2B5EF4-FFF2-40B4-BE49-F238E27FC236}">
                <a16:creationId xmlns:a16="http://schemas.microsoft.com/office/drawing/2014/main" id="{0203763F-C8CD-4BCB-9A0A-B10F000BC1DB}"/>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18" name="Прямая соединительная линия 17">
            <a:extLst>
              <a:ext uri="{FF2B5EF4-FFF2-40B4-BE49-F238E27FC236}">
                <a16:creationId xmlns:a16="http://schemas.microsoft.com/office/drawing/2014/main" id="{663C6C7E-F363-1F17-B288-D4D45B87028D}"/>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9" name="Прямая соединительная линия 18">
            <a:extLst>
              <a:ext uri="{FF2B5EF4-FFF2-40B4-BE49-F238E27FC236}">
                <a16:creationId xmlns:a16="http://schemas.microsoft.com/office/drawing/2014/main" id="{ED6D4091-312C-81B9-BAF6-5E0D6F665E5D}"/>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05523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5 столбцов">
    <p:spTree>
      <p:nvGrpSpPr>
        <p:cNvPr id="1" name=""/>
        <p:cNvGrpSpPr/>
        <p:nvPr/>
      </p:nvGrpSpPr>
      <p:grpSpPr>
        <a:xfrm>
          <a:off x="0" y="0"/>
          <a:ext cx="0" cy="0"/>
          <a:chOff x="0" y="0"/>
          <a:chExt cx="0" cy="0"/>
        </a:xfrm>
      </p:grpSpPr>
      <p:pic>
        <p:nvPicPr>
          <p:cNvPr id="17" name="Рисунок 16">
            <a:extLst>
              <a:ext uri="{FF2B5EF4-FFF2-40B4-BE49-F238E27FC236}">
                <a16:creationId xmlns:a16="http://schemas.microsoft.com/office/drawing/2014/main" id="{3345C5D8-082A-AC27-3801-7A6EC375195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8809"/>
          <a:stretch/>
        </p:blipFill>
        <p:spPr>
          <a:xfrm>
            <a:off x="0" y="0"/>
            <a:ext cx="5467552" cy="2350008"/>
          </a:xfrm>
          <a:prstGeom prst="rect">
            <a:avLst/>
          </a:prstGeom>
        </p:spPr>
      </p:pic>
      <p:pic>
        <p:nvPicPr>
          <p:cNvPr id="15" name="Рисунок 14">
            <a:extLst>
              <a:ext uri="{FF2B5EF4-FFF2-40B4-BE49-F238E27FC236}">
                <a16:creationId xmlns:a16="http://schemas.microsoft.com/office/drawing/2014/main" id="{3531883F-9B23-B442-5F02-C2D25BB37CA5}"/>
              </a:ext>
            </a:extLst>
          </p:cNvPr>
          <p:cNvPicPr>
            <a:picLocks noChangeAspect="1"/>
          </p:cNvPicPr>
          <p:nvPr userDrawn="1"/>
        </p:nvPicPr>
        <p:blipFill>
          <a:blip r:embed="rId3"/>
          <a:stretch>
            <a:fillRect/>
          </a:stretch>
        </p:blipFill>
        <p:spPr>
          <a:xfrm>
            <a:off x="7241236" y="1234440"/>
            <a:ext cx="4950764" cy="5623560"/>
          </a:xfrm>
          <a:prstGeom prst="rect">
            <a:avLst/>
          </a:prstGeom>
        </p:spPr>
      </p:pic>
      <p:sp>
        <p:nvSpPr>
          <p:cNvPr id="2" name="Заголовок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ru-MO" sz="4800" spc="400" baseline="0"/>
            </a:lvl1pPr>
          </a:lstStyle>
          <a:p>
            <a:pPr rtl="0"/>
            <a:r>
              <a:rPr lang="ru-RU" noProof="0"/>
              <a:t>Образец заголовка</a:t>
            </a:r>
          </a:p>
        </p:txBody>
      </p:sp>
      <p:sp>
        <p:nvSpPr>
          <p:cNvPr id="3" name="Текст 2">
            <a:extLst>
              <a:ext uri="{FF2B5EF4-FFF2-40B4-BE49-F238E27FC236}">
                <a16:creationId xmlns:a16="http://schemas.microsoft.com/office/drawing/2014/main" id="{673DC3A9-D4E6-42CF-91A8-F267C7C66CCB}"/>
              </a:ext>
            </a:extLst>
          </p:cNvPr>
          <p:cNvSpPr>
            <a:spLocks noGrp="1"/>
          </p:cNvSpPr>
          <p:nvPr>
            <p:ph type="body" idx="1" hasCustomPrompt="1"/>
          </p:nvPr>
        </p:nvSpPr>
        <p:spPr>
          <a:xfrm>
            <a:off x="612648" y="2438400"/>
            <a:ext cx="2029968" cy="530352"/>
          </a:xfrm>
          <a:solidFill>
            <a:schemeClr val="tx1"/>
          </a:solidFill>
        </p:spPr>
        <p:txBody>
          <a:bodyPr rtlCol="0" anchor="ctr"/>
          <a:lstStyle>
            <a:lvl1pPr marL="0" indent="0" algn="ctr">
              <a:lnSpc>
                <a:spcPct val="100000"/>
              </a:lnSpc>
              <a:spcBef>
                <a:spcPts val="1000"/>
              </a:spcBef>
              <a:buNone/>
              <a:defRPr lang="ru-MO" sz="2000" b="1" cap="all" spc="200" baseline="0">
                <a:solidFill>
                  <a:schemeClr val="bg1"/>
                </a:solidFill>
                <a:latin typeface="+mj-lt"/>
              </a:defRPr>
            </a:lvl1pPr>
            <a:lvl2pPr marL="457200" indent="0">
              <a:buNone/>
              <a:defRPr lang="ru-MO" sz="2000" b="1"/>
            </a:lvl2pPr>
            <a:lvl3pPr marL="914400" indent="0">
              <a:buNone/>
              <a:defRPr lang="ru-MO" sz="1800" b="1"/>
            </a:lvl3pPr>
            <a:lvl4pPr marL="1371600" indent="0">
              <a:buNone/>
              <a:defRPr lang="ru-MO" sz="1600" b="1"/>
            </a:lvl4pPr>
            <a:lvl5pPr marL="1828800" indent="0">
              <a:buNone/>
              <a:defRPr lang="ru-MO" sz="1600" b="1"/>
            </a:lvl5pPr>
            <a:lvl6pPr marL="2286000" indent="0">
              <a:buNone/>
              <a:defRPr lang="ru-MO" sz="1600" b="1"/>
            </a:lvl6pPr>
            <a:lvl7pPr marL="2743200" indent="0">
              <a:buNone/>
              <a:defRPr lang="ru-MO" sz="1600" b="1"/>
            </a:lvl7pPr>
            <a:lvl8pPr marL="3200400" indent="0">
              <a:buNone/>
              <a:defRPr lang="ru-MO" sz="1600" b="1"/>
            </a:lvl8pPr>
            <a:lvl9pPr marL="3657600" indent="0">
              <a:buNone/>
              <a:defRPr lang="ru-MO" sz="1600" b="1"/>
            </a:lvl9pPr>
          </a:lstStyle>
          <a:p>
            <a:pPr lvl="0" rtl="0"/>
            <a:r>
              <a:rPr lang="ru-RU" noProof="0"/>
              <a:t>Щелкните, чтобы изменить стили текста образца слайда</a:t>
            </a:r>
          </a:p>
        </p:txBody>
      </p:sp>
      <p:sp>
        <p:nvSpPr>
          <p:cNvPr id="4" name="Объект 3">
            <a:extLst>
              <a:ext uri="{FF2B5EF4-FFF2-40B4-BE49-F238E27FC236}">
                <a16:creationId xmlns:a16="http://schemas.microsoft.com/office/drawing/2014/main" id="{C752CCA9-53A3-4DA5-AD45-C2A2C12A3A6A}"/>
              </a:ext>
            </a:extLst>
          </p:cNvPr>
          <p:cNvSpPr>
            <a:spLocks noGrp="1"/>
          </p:cNvSpPr>
          <p:nvPr>
            <p:ph sz="half" idx="2" hasCustomPrompt="1"/>
          </p:nvPr>
        </p:nvSpPr>
        <p:spPr>
          <a:xfrm>
            <a:off x="612648" y="3127248"/>
            <a:ext cx="2029968" cy="2514600"/>
          </a:xfrm>
          <a:solidFill>
            <a:schemeClr val="accent6">
              <a:lumMod val="20000"/>
              <a:lumOff val="80000"/>
              <a:alpha val="50000"/>
            </a:schemeClr>
          </a:solidFill>
          <a:ln>
            <a:solidFill>
              <a:schemeClr val="tx1"/>
            </a:solidFill>
          </a:ln>
        </p:spPr>
        <p:txBody>
          <a:bodyPr tIns="182880" bIns="91440" rtlCol="0"/>
          <a:lstStyle>
            <a:lvl1pPr marL="0" indent="0">
              <a:lnSpc>
                <a:spcPct val="100000"/>
              </a:lnSpc>
              <a:spcBef>
                <a:spcPts val="0"/>
              </a:spcBef>
              <a:buNone/>
              <a:defRPr lang="ru-MO" sz="1600" spc="100" baseline="0"/>
            </a:lvl1pPr>
            <a:lvl2pPr marL="228600">
              <a:lnSpc>
                <a:spcPct val="100000"/>
              </a:lnSpc>
              <a:spcBef>
                <a:spcPts val="0"/>
              </a:spcBef>
              <a:defRPr lang="ru-MO" sz="1400" spc="100" baseline="0"/>
            </a:lvl2pPr>
            <a:lvl3pPr>
              <a:lnSpc>
                <a:spcPct val="100000"/>
              </a:lnSpc>
              <a:spcBef>
                <a:spcPts val="1000"/>
              </a:spcBef>
              <a:defRPr lang="ru-MO" sz="1200" spc="100" baseline="0"/>
            </a:lvl3pPr>
            <a:lvl4pPr>
              <a:lnSpc>
                <a:spcPct val="100000"/>
              </a:lnSpc>
              <a:spcBef>
                <a:spcPts val="1000"/>
              </a:spcBef>
              <a:defRPr lang="ru-MO" sz="1100" spc="100" baseline="0"/>
            </a:lvl4pPr>
            <a:lvl5pPr>
              <a:lnSpc>
                <a:spcPct val="100000"/>
              </a:lnSpc>
              <a:spcBef>
                <a:spcPts val="1000"/>
              </a:spcBef>
              <a:defRPr lang="ru-MO" sz="1100" spc="100" baseline="0"/>
            </a:lvl5pPr>
          </a:lstStyle>
          <a:p>
            <a:pPr lvl="0" rtl="0"/>
            <a:r>
              <a:rPr lang="ru-RU" noProof="0"/>
              <a:t>Щелкните, чтобы изменить стили текста образца слайда</a:t>
            </a:r>
          </a:p>
          <a:p>
            <a:pPr lvl="1" rtl="0"/>
            <a:r>
              <a:rPr lang="ru-RU" noProof="0"/>
              <a:t>Второй уровень</a:t>
            </a:r>
          </a:p>
        </p:txBody>
      </p:sp>
      <p:sp>
        <p:nvSpPr>
          <p:cNvPr id="5" name="Текст 4">
            <a:extLst>
              <a:ext uri="{FF2B5EF4-FFF2-40B4-BE49-F238E27FC236}">
                <a16:creationId xmlns:a16="http://schemas.microsoft.com/office/drawing/2014/main" id="{2100C9C6-BD61-4D2C-9146-FB785BAE4FF3}"/>
              </a:ext>
            </a:extLst>
          </p:cNvPr>
          <p:cNvSpPr>
            <a:spLocks noGrp="1"/>
          </p:cNvSpPr>
          <p:nvPr>
            <p:ph type="body" sz="quarter" idx="3" hasCustomPrompt="1"/>
          </p:nvPr>
        </p:nvSpPr>
        <p:spPr>
          <a:xfrm>
            <a:off x="2843784" y="2438400"/>
            <a:ext cx="2029968" cy="530352"/>
          </a:xfrm>
          <a:solidFill>
            <a:schemeClr val="tx1"/>
          </a:solidFill>
        </p:spPr>
        <p:txBody>
          <a:bodyPr rtlCol="0" anchor="ctr"/>
          <a:lstStyle>
            <a:lvl1pPr marL="0" indent="0" algn="ctr">
              <a:lnSpc>
                <a:spcPct val="100000"/>
              </a:lnSpc>
              <a:spcBef>
                <a:spcPts val="1000"/>
              </a:spcBef>
              <a:buNone/>
              <a:defRPr lang="ru-MO" sz="2000" b="1" cap="all" spc="200" baseline="0">
                <a:solidFill>
                  <a:schemeClr val="bg1"/>
                </a:solidFill>
                <a:latin typeface="+mj-lt"/>
              </a:defRPr>
            </a:lvl1pPr>
            <a:lvl2pPr marL="457200" indent="0">
              <a:buNone/>
              <a:defRPr lang="ru-MO" sz="2000" b="1"/>
            </a:lvl2pPr>
            <a:lvl3pPr marL="914400" indent="0">
              <a:buNone/>
              <a:defRPr lang="ru-MO" sz="1800" b="1"/>
            </a:lvl3pPr>
            <a:lvl4pPr marL="1371600" indent="0">
              <a:buNone/>
              <a:defRPr lang="ru-MO" sz="1600" b="1"/>
            </a:lvl4pPr>
            <a:lvl5pPr marL="1828800" indent="0">
              <a:buNone/>
              <a:defRPr lang="ru-MO" sz="1600" b="1"/>
            </a:lvl5pPr>
            <a:lvl6pPr marL="2286000" indent="0">
              <a:buNone/>
              <a:defRPr lang="ru-MO" sz="1600" b="1"/>
            </a:lvl6pPr>
            <a:lvl7pPr marL="2743200" indent="0">
              <a:buNone/>
              <a:defRPr lang="ru-MO" sz="1600" b="1"/>
            </a:lvl7pPr>
            <a:lvl8pPr marL="3200400" indent="0">
              <a:buNone/>
              <a:defRPr lang="ru-MO" sz="1600" b="1"/>
            </a:lvl8pPr>
            <a:lvl9pPr marL="3657600" indent="0">
              <a:buNone/>
              <a:defRPr lang="ru-MO" sz="1600" b="1"/>
            </a:lvl9pPr>
          </a:lstStyle>
          <a:p>
            <a:pPr lvl="0" rtl="0"/>
            <a:r>
              <a:rPr lang="ru-RU" noProof="0"/>
              <a:t>Щелкните, чтобы изменить стили текста образца слайда</a:t>
            </a:r>
          </a:p>
        </p:txBody>
      </p:sp>
      <p:sp>
        <p:nvSpPr>
          <p:cNvPr id="6" name="Объект 5">
            <a:extLst>
              <a:ext uri="{FF2B5EF4-FFF2-40B4-BE49-F238E27FC236}">
                <a16:creationId xmlns:a16="http://schemas.microsoft.com/office/drawing/2014/main" id="{E2E342EE-68BB-484D-98C3-48A7847549D4}"/>
              </a:ext>
            </a:extLst>
          </p:cNvPr>
          <p:cNvSpPr>
            <a:spLocks noGrp="1"/>
          </p:cNvSpPr>
          <p:nvPr>
            <p:ph sz="quarter" idx="4" hasCustomPrompt="1"/>
          </p:nvPr>
        </p:nvSpPr>
        <p:spPr>
          <a:xfrm>
            <a:off x="2843784" y="3127248"/>
            <a:ext cx="2029968" cy="2514600"/>
          </a:xfrm>
          <a:solidFill>
            <a:schemeClr val="accent5">
              <a:alpha val="30000"/>
            </a:schemeClr>
          </a:solidFill>
          <a:ln>
            <a:solidFill>
              <a:schemeClr val="tx1"/>
            </a:solidFill>
          </a:ln>
        </p:spPr>
        <p:txBody>
          <a:bodyPr tIns="182880" bIns="91440" rtlCol="0"/>
          <a:lstStyle>
            <a:lvl1pPr marL="0" indent="0">
              <a:lnSpc>
                <a:spcPct val="100000"/>
              </a:lnSpc>
              <a:spcBef>
                <a:spcPts val="0"/>
              </a:spcBef>
              <a:buNone/>
              <a:defRPr lang="ru-MO" sz="1600" spc="100" baseline="0"/>
            </a:lvl1pPr>
            <a:lvl2pPr marL="228600">
              <a:lnSpc>
                <a:spcPct val="100000"/>
              </a:lnSpc>
              <a:spcBef>
                <a:spcPts val="0"/>
              </a:spcBef>
              <a:defRPr lang="ru-MO" sz="1400" spc="100" baseline="0"/>
            </a:lvl2pPr>
            <a:lvl3pPr>
              <a:lnSpc>
                <a:spcPct val="100000"/>
              </a:lnSpc>
              <a:spcBef>
                <a:spcPts val="1000"/>
              </a:spcBef>
              <a:defRPr lang="ru-MO" sz="1200" spc="100" baseline="0"/>
            </a:lvl3pPr>
            <a:lvl4pPr>
              <a:lnSpc>
                <a:spcPct val="100000"/>
              </a:lnSpc>
              <a:spcBef>
                <a:spcPts val="1000"/>
              </a:spcBef>
              <a:defRPr lang="ru-MO" sz="1100" spc="100" baseline="0"/>
            </a:lvl4pPr>
            <a:lvl5pPr>
              <a:lnSpc>
                <a:spcPct val="100000"/>
              </a:lnSpc>
              <a:spcBef>
                <a:spcPts val="1000"/>
              </a:spcBef>
              <a:defRPr lang="ru-MO" sz="1100" spc="100" baseline="0"/>
            </a:lvl5pPr>
          </a:lstStyle>
          <a:p>
            <a:pPr lvl="0" rtl="0"/>
            <a:r>
              <a:rPr lang="ru-RU" noProof="0"/>
              <a:t>Щелкните, чтобы изменить стили текста образца слайда</a:t>
            </a:r>
          </a:p>
          <a:p>
            <a:pPr lvl="1" rtl="0"/>
            <a:r>
              <a:rPr lang="ru-RU" noProof="0"/>
              <a:t>Второй уровень</a:t>
            </a:r>
          </a:p>
        </p:txBody>
      </p:sp>
      <p:sp>
        <p:nvSpPr>
          <p:cNvPr id="7" name="Текст 4">
            <a:extLst>
              <a:ext uri="{FF2B5EF4-FFF2-40B4-BE49-F238E27FC236}">
                <a16:creationId xmlns:a16="http://schemas.microsoft.com/office/drawing/2014/main" id="{9A48939F-0CF9-9CBD-F606-7A4850B910A1}"/>
              </a:ext>
            </a:extLst>
          </p:cNvPr>
          <p:cNvSpPr>
            <a:spLocks noGrp="1"/>
          </p:cNvSpPr>
          <p:nvPr>
            <p:ph type="body" sz="quarter" idx="13" hasCustomPrompt="1"/>
          </p:nvPr>
        </p:nvSpPr>
        <p:spPr>
          <a:xfrm>
            <a:off x="5084064" y="2438400"/>
            <a:ext cx="2029968" cy="530352"/>
          </a:xfrm>
          <a:solidFill>
            <a:schemeClr val="tx1"/>
          </a:solidFill>
        </p:spPr>
        <p:txBody>
          <a:bodyPr rtlCol="0" anchor="ctr"/>
          <a:lstStyle>
            <a:lvl1pPr marL="0" indent="0" algn="ctr">
              <a:lnSpc>
                <a:spcPct val="100000"/>
              </a:lnSpc>
              <a:spcBef>
                <a:spcPts val="1000"/>
              </a:spcBef>
              <a:buNone/>
              <a:defRPr lang="ru-MO" sz="2000" b="1" cap="all" spc="200" baseline="0">
                <a:solidFill>
                  <a:schemeClr val="bg1"/>
                </a:solidFill>
                <a:latin typeface="+mj-lt"/>
              </a:defRPr>
            </a:lvl1pPr>
            <a:lvl2pPr marL="457200" indent="0">
              <a:buNone/>
              <a:defRPr lang="ru-MO" sz="2000" b="1"/>
            </a:lvl2pPr>
            <a:lvl3pPr marL="914400" indent="0">
              <a:buNone/>
              <a:defRPr lang="ru-MO" sz="1800" b="1"/>
            </a:lvl3pPr>
            <a:lvl4pPr marL="1371600" indent="0">
              <a:buNone/>
              <a:defRPr lang="ru-MO" sz="1600" b="1"/>
            </a:lvl4pPr>
            <a:lvl5pPr marL="1828800" indent="0">
              <a:buNone/>
              <a:defRPr lang="ru-MO" sz="1600" b="1"/>
            </a:lvl5pPr>
            <a:lvl6pPr marL="2286000" indent="0">
              <a:buNone/>
              <a:defRPr lang="ru-MO" sz="1600" b="1"/>
            </a:lvl6pPr>
            <a:lvl7pPr marL="2743200" indent="0">
              <a:buNone/>
              <a:defRPr lang="ru-MO" sz="1600" b="1"/>
            </a:lvl7pPr>
            <a:lvl8pPr marL="3200400" indent="0">
              <a:buNone/>
              <a:defRPr lang="ru-MO" sz="1600" b="1"/>
            </a:lvl8pPr>
            <a:lvl9pPr marL="3657600" indent="0">
              <a:buNone/>
              <a:defRPr lang="ru-MO" sz="1600" b="1"/>
            </a:lvl9pPr>
          </a:lstStyle>
          <a:p>
            <a:pPr lvl="0" rtl="0"/>
            <a:r>
              <a:rPr lang="ru-RU" noProof="0"/>
              <a:t>Щелкните, чтобы изменить стили текста образца слайда</a:t>
            </a:r>
          </a:p>
        </p:txBody>
      </p:sp>
      <p:sp>
        <p:nvSpPr>
          <p:cNvPr id="13" name="Объект 5">
            <a:extLst>
              <a:ext uri="{FF2B5EF4-FFF2-40B4-BE49-F238E27FC236}">
                <a16:creationId xmlns:a16="http://schemas.microsoft.com/office/drawing/2014/main" id="{693BC756-2B97-9751-B879-03B6F1C405C3}"/>
              </a:ext>
            </a:extLst>
          </p:cNvPr>
          <p:cNvSpPr>
            <a:spLocks noGrp="1"/>
          </p:cNvSpPr>
          <p:nvPr>
            <p:ph sz="quarter" idx="14" hasCustomPrompt="1"/>
          </p:nvPr>
        </p:nvSpPr>
        <p:spPr>
          <a:xfrm>
            <a:off x="5084064" y="3127248"/>
            <a:ext cx="2029968" cy="2514600"/>
          </a:xfrm>
          <a:solidFill>
            <a:schemeClr val="accent4">
              <a:lumMod val="20000"/>
              <a:lumOff val="80000"/>
              <a:alpha val="50000"/>
            </a:schemeClr>
          </a:solidFill>
          <a:ln>
            <a:solidFill>
              <a:schemeClr val="tx1"/>
            </a:solidFill>
          </a:ln>
        </p:spPr>
        <p:txBody>
          <a:bodyPr tIns="182880" bIns="91440" rtlCol="0"/>
          <a:lstStyle>
            <a:lvl1pPr marL="0" indent="0">
              <a:lnSpc>
                <a:spcPct val="100000"/>
              </a:lnSpc>
              <a:spcBef>
                <a:spcPts val="0"/>
              </a:spcBef>
              <a:buNone/>
              <a:defRPr lang="ru-MO" sz="1600" spc="100" baseline="0"/>
            </a:lvl1pPr>
            <a:lvl2pPr marL="228600">
              <a:lnSpc>
                <a:spcPct val="100000"/>
              </a:lnSpc>
              <a:spcBef>
                <a:spcPts val="0"/>
              </a:spcBef>
              <a:defRPr lang="ru-MO" sz="1400" spc="100" baseline="0"/>
            </a:lvl2pPr>
            <a:lvl3pPr>
              <a:lnSpc>
                <a:spcPct val="100000"/>
              </a:lnSpc>
              <a:spcBef>
                <a:spcPts val="1000"/>
              </a:spcBef>
              <a:defRPr lang="ru-MO" sz="1200" spc="100" baseline="0"/>
            </a:lvl3pPr>
            <a:lvl4pPr>
              <a:lnSpc>
                <a:spcPct val="100000"/>
              </a:lnSpc>
              <a:spcBef>
                <a:spcPts val="1000"/>
              </a:spcBef>
              <a:defRPr lang="ru-MO" sz="1100" spc="100" baseline="0"/>
            </a:lvl4pPr>
            <a:lvl5pPr>
              <a:lnSpc>
                <a:spcPct val="100000"/>
              </a:lnSpc>
              <a:spcBef>
                <a:spcPts val="1000"/>
              </a:spcBef>
              <a:defRPr lang="ru-MO" sz="1100" spc="100" baseline="0"/>
            </a:lvl5pPr>
          </a:lstStyle>
          <a:p>
            <a:pPr lvl="0" rtl="0"/>
            <a:r>
              <a:rPr lang="ru-RU" noProof="0"/>
              <a:t>Щелкните, чтобы изменить стили текста образца слайда</a:t>
            </a:r>
          </a:p>
          <a:p>
            <a:pPr lvl="1" rtl="0"/>
            <a:r>
              <a:rPr lang="ru-RU" noProof="0"/>
              <a:t>Второй уровень</a:t>
            </a:r>
          </a:p>
        </p:txBody>
      </p:sp>
      <p:sp>
        <p:nvSpPr>
          <p:cNvPr id="20" name="Текст 4">
            <a:extLst>
              <a:ext uri="{FF2B5EF4-FFF2-40B4-BE49-F238E27FC236}">
                <a16:creationId xmlns:a16="http://schemas.microsoft.com/office/drawing/2014/main" id="{843F725B-A33F-7FB2-E5C4-96EA154660E9}"/>
              </a:ext>
            </a:extLst>
          </p:cNvPr>
          <p:cNvSpPr>
            <a:spLocks noGrp="1"/>
          </p:cNvSpPr>
          <p:nvPr>
            <p:ph type="body" sz="quarter" idx="15" hasCustomPrompt="1"/>
          </p:nvPr>
        </p:nvSpPr>
        <p:spPr>
          <a:xfrm>
            <a:off x="7315200" y="2438400"/>
            <a:ext cx="2029968" cy="530352"/>
          </a:xfrm>
          <a:solidFill>
            <a:schemeClr val="tx1"/>
          </a:solidFill>
        </p:spPr>
        <p:txBody>
          <a:bodyPr rtlCol="0" anchor="ctr"/>
          <a:lstStyle>
            <a:lvl1pPr marL="0" indent="0" algn="ctr">
              <a:lnSpc>
                <a:spcPct val="100000"/>
              </a:lnSpc>
              <a:spcBef>
                <a:spcPts val="1000"/>
              </a:spcBef>
              <a:buNone/>
              <a:defRPr lang="ru-MO" sz="2000" b="1" cap="all" spc="200" baseline="0">
                <a:solidFill>
                  <a:schemeClr val="bg1"/>
                </a:solidFill>
                <a:latin typeface="+mj-lt"/>
              </a:defRPr>
            </a:lvl1pPr>
            <a:lvl2pPr marL="457200" indent="0">
              <a:buNone/>
              <a:defRPr lang="ru-MO" sz="2000" b="1"/>
            </a:lvl2pPr>
            <a:lvl3pPr marL="914400" indent="0">
              <a:buNone/>
              <a:defRPr lang="ru-MO" sz="1800" b="1"/>
            </a:lvl3pPr>
            <a:lvl4pPr marL="1371600" indent="0">
              <a:buNone/>
              <a:defRPr lang="ru-MO" sz="1600" b="1"/>
            </a:lvl4pPr>
            <a:lvl5pPr marL="1828800" indent="0">
              <a:buNone/>
              <a:defRPr lang="ru-MO" sz="1600" b="1"/>
            </a:lvl5pPr>
            <a:lvl6pPr marL="2286000" indent="0">
              <a:buNone/>
              <a:defRPr lang="ru-MO" sz="1600" b="1"/>
            </a:lvl6pPr>
            <a:lvl7pPr marL="2743200" indent="0">
              <a:buNone/>
              <a:defRPr lang="ru-MO" sz="1600" b="1"/>
            </a:lvl7pPr>
            <a:lvl8pPr marL="3200400" indent="0">
              <a:buNone/>
              <a:defRPr lang="ru-MO" sz="1600" b="1"/>
            </a:lvl8pPr>
            <a:lvl9pPr marL="3657600" indent="0">
              <a:buNone/>
              <a:defRPr lang="ru-MO" sz="1600" b="1"/>
            </a:lvl9pPr>
          </a:lstStyle>
          <a:p>
            <a:pPr lvl="0" rtl="0"/>
            <a:r>
              <a:rPr lang="ru-RU" noProof="0"/>
              <a:t>Щелкните, чтобы изменить стили текста образца слайда</a:t>
            </a:r>
          </a:p>
        </p:txBody>
      </p:sp>
      <p:sp>
        <p:nvSpPr>
          <p:cNvPr id="21" name="Объект 5">
            <a:extLst>
              <a:ext uri="{FF2B5EF4-FFF2-40B4-BE49-F238E27FC236}">
                <a16:creationId xmlns:a16="http://schemas.microsoft.com/office/drawing/2014/main" id="{D9DD0DA7-5A1E-5312-178F-13561EF7C233}"/>
              </a:ext>
            </a:extLst>
          </p:cNvPr>
          <p:cNvSpPr>
            <a:spLocks noGrp="1"/>
          </p:cNvSpPr>
          <p:nvPr>
            <p:ph sz="quarter" idx="16" hasCustomPrompt="1"/>
          </p:nvPr>
        </p:nvSpPr>
        <p:spPr>
          <a:xfrm>
            <a:off x="7315200" y="3127248"/>
            <a:ext cx="2029968" cy="2514600"/>
          </a:xfrm>
          <a:solidFill>
            <a:schemeClr val="accent1">
              <a:alpha val="50000"/>
            </a:schemeClr>
          </a:solidFill>
          <a:ln>
            <a:solidFill>
              <a:schemeClr val="tx1"/>
            </a:solidFill>
          </a:ln>
        </p:spPr>
        <p:txBody>
          <a:bodyPr tIns="182880" bIns="91440" rtlCol="0"/>
          <a:lstStyle>
            <a:lvl1pPr marL="0" indent="0">
              <a:lnSpc>
                <a:spcPct val="100000"/>
              </a:lnSpc>
              <a:spcBef>
                <a:spcPts val="0"/>
              </a:spcBef>
              <a:buNone/>
              <a:defRPr lang="ru-MO" sz="1600" spc="100" baseline="0"/>
            </a:lvl1pPr>
            <a:lvl2pPr marL="228600">
              <a:lnSpc>
                <a:spcPct val="100000"/>
              </a:lnSpc>
              <a:spcBef>
                <a:spcPts val="0"/>
              </a:spcBef>
              <a:defRPr lang="ru-MO" sz="1400" spc="100" baseline="0"/>
            </a:lvl2pPr>
            <a:lvl3pPr>
              <a:lnSpc>
                <a:spcPct val="100000"/>
              </a:lnSpc>
              <a:spcBef>
                <a:spcPts val="1000"/>
              </a:spcBef>
              <a:defRPr lang="ru-MO" sz="1200" spc="100" baseline="0"/>
            </a:lvl3pPr>
            <a:lvl4pPr>
              <a:lnSpc>
                <a:spcPct val="100000"/>
              </a:lnSpc>
              <a:spcBef>
                <a:spcPts val="1000"/>
              </a:spcBef>
              <a:defRPr lang="ru-MO" sz="1100" spc="100" baseline="0"/>
            </a:lvl4pPr>
            <a:lvl5pPr>
              <a:lnSpc>
                <a:spcPct val="100000"/>
              </a:lnSpc>
              <a:spcBef>
                <a:spcPts val="1000"/>
              </a:spcBef>
              <a:defRPr lang="ru-MO" sz="1100" spc="100" baseline="0"/>
            </a:lvl5pPr>
          </a:lstStyle>
          <a:p>
            <a:pPr lvl="0" rtl="0"/>
            <a:r>
              <a:rPr lang="ru-RU" noProof="0"/>
              <a:t>Щелкните, чтобы изменить стили текста образца слайда</a:t>
            </a:r>
          </a:p>
          <a:p>
            <a:pPr lvl="1" rtl="0"/>
            <a:r>
              <a:rPr lang="ru-RU" noProof="0"/>
              <a:t>Второй уровень</a:t>
            </a:r>
          </a:p>
        </p:txBody>
      </p:sp>
      <p:sp>
        <p:nvSpPr>
          <p:cNvPr id="22" name="Текст 4">
            <a:extLst>
              <a:ext uri="{FF2B5EF4-FFF2-40B4-BE49-F238E27FC236}">
                <a16:creationId xmlns:a16="http://schemas.microsoft.com/office/drawing/2014/main" id="{5FBC3880-98AC-466C-7AD1-FDC8B3958705}"/>
              </a:ext>
            </a:extLst>
          </p:cNvPr>
          <p:cNvSpPr>
            <a:spLocks noGrp="1"/>
          </p:cNvSpPr>
          <p:nvPr>
            <p:ph type="body" sz="quarter" idx="17" hasCustomPrompt="1"/>
          </p:nvPr>
        </p:nvSpPr>
        <p:spPr>
          <a:xfrm>
            <a:off x="9546336" y="2438400"/>
            <a:ext cx="2029968" cy="530352"/>
          </a:xfrm>
          <a:solidFill>
            <a:schemeClr val="tx1"/>
          </a:solidFill>
        </p:spPr>
        <p:txBody>
          <a:bodyPr rtlCol="0" anchor="ctr"/>
          <a:lstStyle>
            <a:lvl1pPr marL="0" indent="0" algn="ctr">
              <a:lnSpc>
                <a:spcPct val="100000"/>
              </a:lnSpc>
              <a:spcBef>
                <a:spcPts val="1000"/>
              </a:spcBef>
              <a:buNone/>
              <a:defRPr lang="ru-MO" sz="2000" b="1" cap="all" spc="200" baseline="0">
                <a:solidFill>
                  <a:schemeClr val="bg1"/>
                </a:solidFill>
                <a:latin typeface="+mj-lt"/>
              </a:defRPr>
            </a:lvl1pPr>
            <a:lvl2pPr marL="457200" indent="0">
              <a:buNone/>
              <a:defRPr lang="ru-MO" sz="2000" b="1"/>
            </a:lvl2pPr>
            <a:lvl3pPr marL="914400" indent="0">
              <a:buNone/>
              <a:defRPr lang="ru-MO" sz="1800" b="1"/>
            </a:lvl3pPr>
            <a:lvl4pPr marL="1371600" indent="0">
              <a:buNone/>
              <a:defRPr lang="ru-MO" sz="1600" b="1"/>
            </a:lvl4pPr>
            <a:lvl5pPr marL="1828800" indent="0">
              <a:buNone/>
              <a:defRPr lang="ru-MO" sz="1600" b="1"/>
            </a:lvl5pPr>
            <a:lvl6pPr marL="2286000" indent="0">
              <a:buNone/>
              <a:defRPr lang="ru-MO" sz="1600" b="1"/>
            </a:lvl6pPr>
            <a:lvl7pPr marL="2743200" indent="0">
              <a:buNone/>
              <a:defRPr lang="ru-MO" sz="1600" b="1"/>
            </a:lvl7pPr>
            <a:lvl8pPr marL="3200400" indent="0">
              <a:buNone/>
              <a:defRPr lang="ru-MO" sz="1600" b="1"/>
            </a:lvl8pPr>
            <a:lvl9pPr marL="3657600" indent="0">
              <a:buNone/>
              <a:defRPr lang="ru-MO" sz="1600" b="1"/>
            </a:lvl9pPr>
          </a:lstStyle>
          <a:p>
            <a:pPr lvl="0" rtl="0"/>
            <a:r>
              <a:rPr lang="ru-RU" noProof="0"/>
              <a:t>Щелкните, чтобы изменить стили текста образца слайда</a:t>
            </a:r>
          </a:p>
        </p:txBody>
      </p:sp>
      <p:sp>
        <p:nvSpPr>
          <p:cNvPr id="23" name="Объект 5">
            <a:extLst>
              <a:ext uri="{FF2B5EF4-FFF2-40B4-BE49-F238E27FC236}">
                <a16:creationId xmlns:a16="http://schemas.microsoft.com/office/drawing/2014/main" id="{24965100-8EF5-0264-CEE5-BD5BF1901635}"/>
              </a:ext>
            </a:extLst>
          </p:cNvPr>
          <p:cNvSpPr>
            <a:spLocks noGrp="1"/>
          </p:cNvSpPr>
          <p:nvPr>
            <p:ph sz="quarter" idx="18" hasCustomPrompt="1"/>
          </p:nvPr>
        </p:nvSpPr>
        <p:spPr>
          <a:xfrm>
            <a:off x="9546336" y="3127248"/>
            <a:ext cx="2029968" cy="2514600"/>
          </a:xfrm>
          <a:solidFill>
            <a:schemeClr val="accent4">
              <a:lumMod val="20000"/>
              <a:lumOff val="80000"/>
              <a:alpha val="50000"/>
            </a:schemeClr>
          </a:solidFill>
          <a:ln>
            <a:solidFill>
              <a:schemeClr val="tx1"/>
            </a:solidFill>
          </a:ln>
        </p:spPr>
        <p:txBody>
          <a:bodyPr tIns="182880" bIns="91440" rtlCol="0"/>
          <a:lstStyle>
            <a:lvl1pPr marL="0" indent="0">
              <a:lnSpc>
                <a:spcPct val="100000"/>
              </a:lnSpc>
              <a:spcBef>
                <a:spcPts val="0"/>
              </a:spcBef>
              <a:buNone/>
              <a:defRPr lang="ru-MO" sz="1600" spc="100" baseline="0"/>
            </a:lvl1pPr>
            <a:lvl2pPr marL="228600">
              <a:lnSpc>
                <a:spcPct val="100000"/>
              </a:lnSpc>
              <a:spcBef>
                <a:spcPts val="0"/>
              </a:spcBef>
              <a:defRPr lang="ru-MO" sz="1400" spc="100" baseline="0"/>
            </a:lvl2pPr>
            <a:lvl3pPr>
              <a:lnSpc>
                <a:spcPct val="100000"/>
              </a:lnSpc>
              <a:spcBef>
                <a:spcPts val="1000"/>
              </a:spcBef>
              <a:defRPr lang="ru-MO" sz="1200" spc="100" baseline="0"/>
            </a:lvl3pPr>
            <a:lvl4pPr>
              <a:lnSpc>
                <a:spcPct val="100000"/>
              </a:lnSpc>
              <a:spcBef>
                <a:spcPts val="1000"/>
              </a:spcBef>
              <a:defRPr lang="ru-MO" sz="1100" spc="100" baseline="0"/>
            </a:lvl4pPr>
            <a:lvl5pPr>
              <a:lnSpc>
                <a:spcPct val="100000"/>
              </a:lnSpc>
              <a:spcBef>
                <a:spcPts val="1000"/>
              </a:spcBef>
              <a:defRPr lang="ru-MO" sz="1100" spc="100" baseline="0"/>
            </a:lvl5pPr>
          </a:lstStyle>
          <a:p>
            <a:pPr lvl="0" rtl="0"/>
            <a:r>
              <a:rPr lang="ru-RU" noProof="0"/>
              <a:t>Щелкните, чтобы изменить стили текста образца слайда</a:t>
            </a:r>
          </a:p>
          <a:p>
            <a:pPr lvl="1" rtl="0"/>
            <a:r>
              <a:rPr lang="ru-RU" noProof="0"/>
              <a:t>Второй уровень</a:t>
            </a:r>
          </a:p>
        </p:txBody>
      </p:sp>
      <p:sp>
        <p:nvSpPr>
          <p:cNvPr id="8" name="Нижний колонтитул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9" name="Номер слайда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10" name="Прямая соединительная линия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78653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Временная шкала">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40CC3D06-2435-B655-8AA5-11CCBBEF19D4}"/>
              </a:ext>
            </a:extLst>
          </p:cNvPr>
          <p:cNvPicPr>
            <a:picLocks noChangeAspect="1"/>
          </p:cNvPicPr>
          <p:nvPr userDrawn="1"/>
        </p:nvPicPr>
        <p:blipFill>
          <a:blip r:embed="rId2"/>
          <a:stretch>
            <a:fillRect/>
          </a:stretch>
        </p:blipFill>
        <p:spPr>
          <a:xfrm>
            <a:off x="8762234" y="0"/>
            <a:ext cx="3429766" cy="6821424"/>
          </a:xfrm>
          <a:prstGeom prst="rect">
            <a:avLst/>
          </a:prstGeom>
        </p:spPr>
      </p:pic>
      <p:sp>
        <p:nvSpPr>
          <p:cNvPr id="2" name="Заголовок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ru-MO" sz="4800" spc="400" baseline="0"/>
            </a:lvl1pPr>
          </a:lstStyle>
          <a:p>
            <a:pPr rtl="0"/>
            <a:r>
              <a:rPr lang="ru-RU" noProof="0"/>
              <a:t>Образец заголовка</a:t>
            </a:r>
          </a:p>
        </p:txBody>
      </p:sp>
      <p:sp>
        <p:nvSpPr>
          <p:cNvPr id="34" name="Текст 33">
            <a:extLst>
              <a:ext uri="{FF2B5EF4-FFF2-40B4-BE49-F238E27FC236}">
                <a16:creationId xmlns:a16="http://schemas.microsoft.com/office/drawing/2014/main" id="{5D1E9421-BC85-99CB-EB40-1863FA622747}"/>
              </a:ext>
            </a:extLst>
          </p:cNvPr>
          <p:cNvSpPr>
            <a:spLocks noGrp="1"/>
          </p:cNvSpPr>
          <p:nvPr>
            <p:ph type="body" sz="quarter" idx="13" hasCustomPrompt="1"/>
          </p:nvPr>
        </p:nvSpPr>
        <p:spPr>
          <a:xfrm rot="16200000">
            <a:off x="-25907" y="3072704"/>
            <a:ext cx="1783080" cy="512064"/>
          </a:xfrm>
          <a:solidFill>
            <a:schemeClr val="accent1"/>
          </a:solidFill>
        </p:spPr>
        <p:txBody>
          <a:bodyPr rtlCol="0" anchor="ctr"/>
          <a:lstStyle>
            <a:lvl1pPr marL="0" indent="0" algn="ctr">
              <a:lnSpc>
                <a:spcPct val="100000"/>
              </a:lnSpc>
              <a:spcBef>
                <a:spcPts val="0"/>
              </a:spcBef>
              <a:buNone/>
              <a:defRPr lang="ru-MO" sz="2000" b="1" cap="all" spc="200" baseline="0"/>
            </a:lvl1pPr>
          </a:lstStyle>
          <a:p>
            <a:pPr lvl="0" rtl="0"/>
            <a:r>
              <a:rPr lang="ru-RU" noProof="0"/>
              <a:t>МММ ГГГГ</a:t>
            </a:r>
          </a:p>
        </p:txBody>
      </p:sp>
      <p:sp>
        <p:nvSpPr>
          <p:cNvPr id="41" name="Текст 40">
            <a:extLst>
              <a:ext uri="{FF2B5EF4-FFF2-40B4-BE49-F238E27FC236}">
                <a16:creationId xmlns:a16="http://schemas.microsoft.com/office/drawing/2014/main" id="{47BABAF8-5220-1E24-CE43-927FCCA269AE}"/>
              </a:ext>
            </a:extLst>
          </p:cNvPr>
          <p:cNvSpPr>
            <a:spLocks noGrp="1"/>
          </p:cNvSpPr>
          <p:nvPr>
            <p:ph type="body" sz="quarter" idx="18" hasCustomPrompt="1"/>
          </p:nvPr>
        </p:nvSpPr>
        <p:spPr>
          <a:xfrm>
            <a:off x="1146218" y="2432434"/>
            <a:ext cx="1644986" cy="1783080"/>
          </a:xfrm>
        </p:spPr>
        <p:txBody>
          <a:bodyPr lIns="91440" tIns="0" rIns="0" bIns="0" rtlCol="0" anchor="ctr"/>
          <a:lstStyle>
            <a:lvl1pPr marL="0" indent="0">
              <a:lnSpc>
                <a:spcPct val="100000"/>
              </a:lnSpc>
              <a:spcBef>
                <a:spcPts val="0"/>
              </a:spcBef>
              <a:buNone/>
              <a:defRPr lang="ru-MO" sz="1600" spc="100" baseline="0"/>
            </a:lvl1pPr>
          </a:lstStyle>
          <a:p>
            <a:pPr lvl="0" rtl="0"/>
            <a:r>
              <a:rPr lang="ru-RU" noProof="0"/>
              <a:t>Щелкните, чтобы изменить стили текста образца слайда</a:t>
            </a:r>
          </a:p>
        </p:txBody>
      </p:sp>
      <p:sp>
        <p:nvSpPr>
          <p:cNvPr id="38" name="Текст 33">
            <a:extLst>
              <a:ext uri="{FF2B5EF4-FFF2-40B4-BE49-F238E27FC236}">
                <a16:creationId xmlns:a16="http://schemas.microsoft.com/office/drawing/2014/main" id="{F1D095F8-4552-1F88-C37B-99775B68ACCE}"/>
              </a:ext>
            </a:extLst>
          </p:cNvPr>
          <p:cNvSpPr>
            <a:spLocks noGrp="1"/>
          </p:cNvSpPr>
          <p:nvPr>
            <p:ph type="body" sz="quarter" idx="16" hasCustomPrompt="1"/>
          </p:nvPr>
        </p:nvSpPr>
        <p:spPr>
          <a:xfrm rot="16200000">
            <a:off x="2196136" y="4517644"/>
            <a:ext cx="1783080" cy="512064"/>
          </a:xfrm>
          <a:solidFill>
            <a:schemeClr val="accent2"/>
          </a:solidFill>
        </p:spPr>
        <p:txBody>
          <a:bodyPr rtlCol="0" anchor="ctr"/>
          <a:lstStyle>
            <a:lvl1pPr marL="0" indent="0" algn="ctr">
              <a:lnSpc>
                <a:spcPct val="100000"/>
              </a:lnSpc>
              <a:spcBef>
                <a:spcPts val="0"/>
              </a:spcBef>
              <a:buNone/>
              <a:defRPr lang="ru-MO" sz="2000" b="1" cap="all" spc="200" baseline="0"/>
            </a:lvl1pPr>
          </a:lstStyle>
          <a:p>
            <a:pPr lvl="0" rtl="0"/>
            <a:r>
              <a:rPr lang="ru-RU" noProof="0"/>
              <a:t>МММ ГГГГ</a:t>
            </a:r>
          </a:p>
        </p:txBody>
      </p:sp>
      <p:sp>
        <p:nvSpPr>
          <p:cNvPr id="48" name="Текст 40">
            <a:extLst>
              <a:ext uri="{FF2B5EF4-FFF2-40B4-BE49-F238E27FC236}">
                <a16:creationId xmlns:a16="http://schemas.microsoft.com/office/drawing/2014/main" id="{4C4BFA3E-7B57-DCDD-4EA6-16C64A3756BF}"/>
              </a:ext>
            </a:extLst>
          </p:cNvPr>
          <p:cNvSpPr>
            <a:spLocks noGrp="1"/>
          </p:cNvSpPr>
          <p:nvPr>
            <p:ph type="body" sz="quarter" idx="22" hasCustomPrompt="1"/>
          </p:nvPr>
        </p:nvSpPr>
        <p:spPr>
          <a:xfrm>
            <a:off x="3383307" y="3882136"/>
            <a:ext cx="1644986" cy="1783080"/>
          </a:xfrm>
        </p:spPr>
        <p:txBody>
          <a:bodyPr lIns="91440" tIns="0" rIns="0" bIns="0" rtlCol="0" anchor="ctr"/>
          <a:lstStyle>
            <a:lvl1pPr marL="0" indent="0">
              <a:lnSpc>
                <a:spcPct val="100000"/>
              </a:lnSpc>
              <a:spcBef>
                <a:spcPts val="0"/>
              </a:spcBef>
              <a:buNone/>
              <a:defRPr lang="ru-MO" sz="1600" spc="100" baseline="0"/>
            </a:lvl1pPr>
          </a:lstStyle>
          <a:p>
            <a:pPr lvl="0" rtl="0"/>
            <a:r>
              <a:rPr lang="ru-RU" noProof="0"/>
              <a:t>Щелкните, чтобы изменить стили текста образца слайда</a:t>
            </a:r>
          </a:p>
        </p:txBody>
      </p:sp>
      <p:sp>
        <p:nvSpPr>
          <p:cNvPr id="35" name="Текст 33">
            <a:extLst>
              <a:ext uri="{FF2B5EF4-FFF2-40B4-BE49-F238E27FC236}">
                <a16:creationId xmlns:a16="http://schemas.microsoft.com/office/drawing/2014/main" id="{C65BF0DD-74C0-E055-CCAC-600751F51727}"/>
              </a:ext>
            </a:extLst>
          </p:cNvPr>
          <p:cNvSpPr>
            <a:spLocks noGrp="1"/>
          </p:cNvSpPr>
          <p:nvPr>
            <p:ph type="body" sz="quarter" idx="14" hasCustomPrompt="1"/>
          </p:nvPr>
        </p:nvSpPr>
        <p:spPr>
          <a:xfrm rot="16200000">
            <a:off x="4418179" y="3067943"/>
            <a:ext cx="1783080" cy="512064"/>
          </a:xfrm>
          <a:solidFill>
            <a:schemeClr val="accent3"/>
          </a:solidFill>
        </p:spPr>
        <p:txBody>
          <a:bodyPr rtlCol="0" anchor="ctr"/>
          <a:lstStyle>
            <a:lvl1pPr marL="0" indent="0" algn="ctr">
              <a:lnSpc>
                <a:spcPct val="100000"/>
              </a:lnSpc>
              <a:spcBef>
                <a:spcPts val="0"/>
              </a:spcBef>
              <a:buNone/>
              <a:defRPr lang="ru-MO" sz="2000" b="1" cap="all" spc="200" baseline="0"/>
            </a:lvl1pPr>
          </a:lstStyle>
          <a:p>
            <a:pPr lvl="0" rtl="0"/>
            <a:r>
              <a:rPr lang="ru-RU" noProof="0"/>
              <a:t>МММ ГГГГ</a:t>
            </a:r>
          </a:p>
        </p:txBody>
      </p:sp>
      <p:sp>
        <p:nvSpPr>
          <p:cNvPr id="44" name="Текст 40">
            <a:extLst>
              <a:ext uri="{FF2B5EF4-FFF2-40B4-BE49-F238E27FC236}">
                <a16:creationId xmlns:a16="http://schemas.microsoft.com/office/drawing/2014/main" id="{25927394-D1A0-C084-C689-F7A4EEE924CB}"/>
              </a:ext>
            </a:extLst>
          </p:cNvPr>
          <p:cNvSpPr>
            <a:spLocks noGrp="1"/>
          </p:cNvSpPr>
          <p:nvPr>
            <p:ph type="body" sz="quarter" idx="19" hasCustomPrompt="1"/>
          </p:nvPr>
        </p:nvSpPr>
        <p:spPr>
          <a:xfrm>
            <a:off x="5589586" y="2432435"/>
            <a:ext cx="1644986" cy="1783080"/>
          </a:xfrm>
        </p:spPr>
        <p:txBody>
          <a:bodyPr lIns="91440" tIns="0" rIns="0" bIns="0" rtlCol="0" anchor="ctr"/>
          <a:lstStyle>
            <a:lvl1pPr marL="0" indent="0">
              <a:lnSpc>
                <a:spcPct val="100000"/>
              </a:lnSpc>
              <a:spcBef>
                <a:spcPts val="0"/>
              </a:spcBef>
              <a:buNone/>
              <a:defRPr lang="ru-MO" sz="1600" spc="100" baseline="0"/>
            </a:lvl1pPr>
          </a:lstStyle>
          <a:p>
            <a:pPr lvl="0" rtl="0"/>
            <a:r>
              <a:rPr lang="ru-RU" noProof="0"/>
              <a:t>Щелкните, чтобы изменить стили текста образца слайда</a:t>
            </a:r>
          </a:p>
        </p:txBody>
      </p:sp>
      <p:sp>
        <p:nvSpPr>
          <p:cNvPr id="39" name="Текст 33">
            <a:extLst>
              <a:ext uri="{FF2B5EF4-FFF2-40B4-BE49-F238E27FC236}">
                <a16:creationId xmlns:a16="http://schemas.microsoft.com/office/drawing/2014/main" id="{08F0F1F2-0D4E-95EA-349B-D734163FD55B}"/>
              </a:ext>
            </a:extLst>
          </p:cNvPr>
          <p:cNvSpPr>
            <a:spLocks noGrp="1"/>
          </p:cNvSpPr>
          <p:nvPr>
            <p:ph type="body" sz="quarter" idx="17" hasCustomPrompt="1"/>
          </p:nvPr>
        </p:nvSpPr>
        <p:spPr>
          <a:xfrm rot="16200000">
            <a:off x="6640222" y="4517644"/>
            <a:ext cx="1783080" cy="512064"/>
          </a:xfrm>
          <a:solidFill>
            <a:schemeClr val="accent4"/>
          </a:solidFill>
        </p:spPr>
        <p:txBody>
          <a:bodyPr rtlCol="0" anchor="ctr"/>
          <a:lstStyle>
            <a:lvl1pPr marL="0" indent="0" algn="ctr">
              <a:lnSpc>
                <a:spcPct val="100000"/>
              </a:lnSpc>
              <a:spcBef>
                <a:spcPts val="0"/>
              </a:spcBef>
              <a:buNone/>
              <a:defRPr lang="ru-MO" sz="2000" b="1" cap="all" spc="200" baseline="0"/>
            </a:lvl1pPr>
          </a:lstStyle>
          <a:p>
            <a:pPr lvl="0" rtl="0"/>
            <a:r>
              <a:rPr lang="ru-RU" noProof="0"/>
              <a:t>МММ ГГГГ</a:t>
            </a:r>
          </a:p>
        </p:txBody>
      </p:sp>
      <p:sp>
        <p:nvSpPr>
          <p:cNvPr id="46" name="Текст 40">
            <a:extLst>
              <a:ext uri="{FF2B5EF4-FFF2-40B4-BE49-F238E27FC236}">
                <a16:creationId xmlns:a16="http://schemas.microsoft.com/office/drawing/2014/main" id="{B322E7EB-0174-5A8C-5BE3-F501B5670FAD}"/>
              </a:ext>
            </a:extLst>
          </p:cNvPr>
          <p:cNvSpPr>
            <a:spLocks noGrp="1"/>
          </p:cNvSpPr>
          <p:nvPr>
            <p:ph type="body" sz="quarter" idx="21" hasCustomPrompt="1"/>
          </p:nvPr>
        </p:nvSpPr>
        <p:spPr>
          <a:xfrm>
            <a:off x="7827392" y="3882136"/>
            <a:ext cx="1644986" cy="1783080"/>
          </a:xfrm>
        </p:spPr>
        <p:txBody>
          <a:bodyPr lIns="91440" tIns="0" rIns="0" bIns="0" rtlCol="0" anchor="ctr"/>
          <a:lstStyle>
            <a:lvl1pPr marL="0" indent="0">
              <a:lnSpc>
                <a:spcPct val="100000"/>
              </a:lnSpc>
              <a:spcBef>
                <a:spcPts val="0"/>
              </a:spcBef>
              <a:buNone/>
              <a:defRPr lang="ru-MO" sz="1600" spc="100" baseline="0"/>
            </a:lvl1pPr>
          </a:lstStyle>
          <a:p>
            <a:pPr lvl="0" rtl="0"/>
            <a:r>
              <a:rPr lang="ru-RU" noProof="0"/>
              <a:t>Щелкните, чтобы изменить стили текста образца слайда</a:t>
            </a:r>
          </a:p>
        </p:txBody>
      </p:sp>
      <p:sp>
        <p:nvSpPr>
          <p:cNvPr id="36" name="Текст 33">
            <a:extLst>
              <a:ext uri="{FF2B5EF4-FFF2-40B4-BE49-F238E27FC236}">
                <a16:creationId xmlns:a16="http://schemas.microsoft.com/office/drawing/2014/main" id="{36C15449-A445-41A6-EAD9-37446450CC14}"/>
              </a:ext>
            </a:extLst>
          </p:cNvPr>
          <p:cNvSpPr>
            <a:spLocks noGrp="1"/>
          </p:cNvSpPr>
          <p:nvPr>
            <p:ph type="body" sz="quarter" idx="15" hasCustomPrompt="1"/>
          </p:nvPr>
        </p:nvSpPr>
        <p:spPr>
          <a:xfrm rot="16200000">
            <a:off x="8862264" y="3072704"/>
            <a:ext cx="1783080" cy="512064"/>
          </a:xfrm>
          <a:solidFill>
            <a:schemeClr val="accent5"/>
          </a:solidFill>
        </p:spPr>
        <p:txBody>
          <a:bodyPr rtlCol="0" anchor="ctr"/>
          <a:lstStyle>
            <a:lvl1pPr marL="0" indent="0" algn="ctr">
              <a:lnSpc>
                <a:spcPct val="100000"/>
              </a:lnSpc>
              <a:spcBef>
                <a:spcPts val="0"/>
              </a:spcBef>
              <a:buNone/>
              <a:defRPr lang="ru-MO" sz="2000" b="1" cap="all" spc="200" baseline="0"/>
            </a:lvl1pPr>
          </a:lstStyle>
          <a:p>
            <a:pPr lvl="0" rtl="0"/>
            <a:r>
              <a:rPr lang="ru-RU" noProof="0"/>
              <a:t>МММ ГГГГ</a:t>
            </a:r>
          </a:p>
        </p:txBody>
      </p:sp>
      <p:sp>
        <p:nvSpPr>
          <p:cNvPr id="45" name="Текст 40">
            <a:extLst>
              <a:ext uri="{FF2B5EF4-FFF2-40B4-BE49-F238E27FC236}">
                <a16:creationId xmlns:a16="http://schemas.microsoft.com/office/drawing/2014/main" id="{E6B7327B-EA3B-790D-AB08-0ED1D2FB401B}"/>
              </a:ext>
            </a:extLst>
          </p:cNvPr>
          <p:cNvSpPr>
            <a:spLocks noGrp="1"/>
          </p:cNvSpPr>
          <p:nvPr>
            <p:ph type="body" sz="quarter" idx="20" hasCustomPrompt="1"/>
          </p:nvPr>
        </p:nvSpPr>
        <p:spPr>
          <a:xfrm>
            <a:off x="10035230" y="2437196"/>
            <a:ext cx="1796654" cy="1783080"/>
          </a:xfrm>
        </p:spPr>
        <p:txBody>
          <a:bodyPr lIns="91440" tIns="0" rIns="0" bIns="0" rtlCol="0" anchor="ctr"/>
          <a:lstStyle>
            <a:lvl1pPr marL="0" indent="0">
              <a:lnSpc>
                <a:spcPct val="100000"/>
              </a:lnSpc>
              <a:spcBef>
                <a:spcPts val="0"/>
              </a:spcBef>
              <a:buNone/>
              <a:defRPr lang="ru-MO" sz="1600" spc="100" baseline="0"/>
            </a:lvl1pPr>
          </a:lstStyle>
          <a:p>
            <a:pPr lvl="0" rtl="0"/>
            <a:r>
              <a:rPr lang="ru-RU" noProof="0"/>
              <a:t>Щелкните, чтобы изменить стили текста образца слайда</a:t>
            </a:r>
          </a:p>
        </p:txBody>
      </p:sp>
      <p:sp>
        <p:nvSpPr>
          <p:cNvPr id="8" name="Нижний колонтитул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9" name="Номер слайда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10" name="Прямая соединительная линия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22120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Два объекта">
    <p:spTree>
      <p:nvGrpSpPr>
        <p:cNvPr id="1" name=""/>
        <p:cNvGrpSpPr/>
        <p:nvPr/>
      </p:nvGrpSpPr>
      <p:grpSpPr>
        <a:xfrm>
          <a:off x="0" y="0"/>
          <a:ext cx="0" cy="0"/>
          <a:chOff x="0" y="0"/>
          <a:chExt cx="0" cy="0"/>
        </a:xfrm>
      </p:grpSpPr>
      <p:pic>
        <p:nvPicPr>
          <p:cNvPr id="13" name="Рисунок 12">
            <a:extLst>
              <a:ext uri="{FF2B5EF4-FFF2-40B4-BE49-F238E27FC236}">
                <a16:creationId xmlns:a16="http://schemas.microsoft.com/office/drawing/2014/main" id="{9070F102-837A-486A-0CD4-E957B66B872C}"/>
              </a:ext>
            </a:extLst>
          </p:cNvPr>
          <p:cNvPicPr>
            <a:picLocks noChangeAspect="1"/>
          </p:cNvPicPr>
          <p:nvPr userDrawn="1"/>
        </p:nvPicPr>
        <p:blipFill>
          <a:blip r:embed="rId2"/>
          <a:stretch>
            <a:fillRect/>
          </a:stretch>
        </p:blipFill>
        <p:spPr>
          <a:xfrm>
            <a:off x="0" y="3931920"/>
            <a:ext cx="5470497" cy="2926080"/>
          </a:xfrm>
          <a:prstGeom prst="rect">
            <a:avLst/>
          </a:prstGeom>
        </p:spPr>
      </p:pic>
      <p:pic>
        <p:nvPicPr>
          <p:cNvPr id="16" name="Рисунок 15">
            <a:extLst>
              <a:ext uri="{FF2B5EF4-FFF2-40B4-BE49-F238E27FC236}">
                <a16:creationId xmlns:a16="http://schemas.microsoft.com/office/drawing/2014/main" id="{519FAF77-1797-C11F-A1A9-B351E30B37C2}"/>
              </a:ext>
            </a:extLst>
          </p:cNvPr>
          <p:cNvPicPr>
            <a:picLocks noChangeAspect="1"/>
          </p:cNvPicPr>
          <p:nvPr userDrawn="1"/>
        </p:nvPicPr>
        <p:blipFill>
          <a:blip r:embed="rId3"/>
          <a:stretch>
            <a:fillRect/>
          </a:stretch>
        </p:blipFill>
        <p:spPr>
          <a:xfrm>
            <a:off x="7208215" y="0"/>
            <a:ext cx="4983785" cy="2276856"/>
          </a:xfrm>
          <a:prstGeom prst="rect">
            <a:avLst/>
          </a:prstGeom>
        </p:spPr>
      </p:pic>
      <p:sp>
        <p:nvSpPr>
          <p:cNvPr id="2" name="Заголовок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ru-MO" sz="4800" spc="400" baseline="0"/>
            </a:lvl1pPr>
          </a:lstStyle>
          <a:p>
            <a:pPr rtl="0"/>
            <a:r>
              <a:rPr lang="ru-RU" noProof="0"/>
              <a:t>Образец заголовка</a:t>
            </a:r>
          </a:p>
        </p:txBody>
      </p:sp>
      <p:sp>
        <p:nvSpPr>
          <p:cNvPr id="3" name="Текст 2">
            <a:extLst>
              <a:ext uri="{FF2B5EF4-FFF2-40B4-BE49-F238E27FC236}">
                <a16:creationId xmlns:a16="http://schemas.microsoft.com/office/drawing/2014/main" id="{673DC3A9-D4E6-42CF-91A8-F267C7C66CCB}"/>
              </a:ext>
            </a:extLst>
          </p:cNvPr>
          <p:cNvSpPr>
            <a:spLocks noGrp="1"/>
          </p:cNvSpPr>
          <p:nvPr>
            <p:ph type="body" idx="1" hasCustomPrompt="1"/>
          </p:nvPr>
        </p:nvSpPr>
        <p:spPr>
          <a:xfrm>
            <a:off x="612648" y="2438400"/>
            <a:ext cx="5157787" cy="365760"/>
          </a:xfrm>
        </p:spPr>
        <p:txBody>
          <a:bodyPr rtlCol="0" anchor="t"/>
          <a:lstStyle>
            <a:lvl1pPr marL="0" indent="0">
              <a:lnSpc>
                <a:spcPct val="100000"/>
              </a:lnSpc>
              <a:spcBef>
                <a:spcPts val="1000"/>
              </a:spcBef>
              <a:buNone/>
              <a:defRPr lang="ru-MO" sz="2000" b="1" cap="all" spc="200" baseline="0">
                <a:latin typeface="+mj-lt"/>
              </a:defRPr>
            </a:lvl1pPr>
            <a:lvl2pPr marL="457200" indent="0">
              <a:buNone/>
              <a:defRPr lang="ru-MO" sz="2000" b="1"/>
            </a:lvl2pPr>
            <a:lvl3pPr marL="914400" indent="0">
              <a:buNone/>
              <a:defRPr lang="ru-MO" sz="1800" b="1"/>
            </a:lvl3pPr>
            <a:lvl4pPr marL="1371600" indent="0">
              <a:buNone/>
              <a:defRPr lang="ru-MO" sz="1600" b="1"/>
            </a:lvl4pPr>
            <a:lvl5pPr marL="1828800" indent="0">
              <a:buNone/>
              <a:defRPr lang="ru-MO" sz="1600" b="1"/>
            </a:lvl5pPr>
            <a:lvl6pPr marL="2286000" indent="0">
              <a:buNone/>
              <a:defRPr lang="ru-MO" sz="1600" b="1"/>
            </a:lvl6pPr>
            <a:lvl7pPr marL="2743200" indent="0">
              <a:buNone/>
              <a:defRPr lang="ru-MO" sz="1600" b="1"/>
            </a:lvl7pPr>
            <a:lvl8pPr marL="3200400" indent="0">
              <a:buNone/>
              <a:defRPr lang="ru-MO" sz="1600" b="1"/>
            </a:lvl8pPr>
            <a:lvl9pPr marL="3657600" indent="0">
              <a:buNone/>
              <a:defRPr lang="ru-MO" sz="1600" b="1"/>
            </a:lvl9pPr>
          </a:lstStyle>
          <a:p>
            <a:pPr lvl="0" rtl="0"/>
            <a:r>
              <a:rPr lang="ru-RU" noProof="0"/>
              <a:t>Щелкните, чтобы изменить стили текста образца слайда</a:t>
            </a:r>
          </a:p>
        </p:txBody>
      </p:sp>
      <p:sp>
        <p:nvSpPr>
          <p:cNvPr id="4" name="Объект 3">
            <a:extLst>
              <a:ext uri="{FF2B5EF4-FFF2-40B4-BE49-F238E27FC236}">
                <a16:creationId xmlns:a16="http://schemas.microsoft.com/office/drawing/2014/main" id="{C752CCA9-53A3-4DA5-AD45-C2A2C12A3A6A}"/>
              </a:ext>
            </a:extLst>
          </p:cNvPr>
          <p:cNvSpPr>
            <a:spLocks noGrp="1"/>
          </p:cNvSpPr>
          <p:nvPr>
            <p:ph sz="half" idx="2" hasCustomPrompt="1"/>
          </p:nvPr>
        </p:nvSpPr>
        <p:spPr>
          <a:xfrm>
            <a:off x="612648" y="2871216"/>
            <a:ext cx="5157787" cy="3247462"/>
          </a:xfrm>
        </p:spPr>
        <p:txBody>
          <a:bodyPr rtlCol="0"/>
          <a:lstStyle>
            <a:lvl1pPr>
              <a:lnSpc>
                <a:spcPct val="100000"/>
              </a:lnSpc>
              <a:spcBef>
                <a:spcPts val="1000"/>
              </a:spcBef>
              <a:defRPr lang="ru-MO" sz="1600" spc="100" baseline="0"/>
            </a:lvl1pPr>
            <a:lvl2pPr>
              <a:lnSpc>
                <a:spcPct val="100000"/>
              </a:lnSpc>
              <a:spcBef>
                <a:spcPts val="1000"/>
              </a:spcBef>
              <a:defRPr lang="ru-MO" sz="1400" spc="100" baseline="0"/>
            </a:lvl2pPr>
            <a:lvl3pPr>
              <a:lnSpc>
                <a:spcPct val="100000"/>
              </a:lnSpc>
              <a:spcBef>
                <a:spcPts val="1000"/>
              </a:spcBef>
              <a:defRPr lang="ru-MO" sz="1200" spc="100" baseline="0"/>
            </a:lvl3pPr>
            <a:lvl4pPr>
              <a:lnSpc>
                <a:spcPct val="100000"/>
              </a:lnSpc>
              <a:spcBef>
                <a:spcPts val="1000"/>
              </a:spcBef>
              <a:defRPr lang="ru-MO" sz="1100" spc="100" baseline="0"/>
            </a:lvl4pPr>
            <a:lvl5pPr>
              <a:lnSpc>
                <a:spcPct val="100000"/>
              </a:lnSpc>
              <a:spcBef>
                <a:spcPts val="1000"/>
              </a:spcBef>
              <a:defRPr lang="ru-MO" sz="1100" spc="100" baseline="0"/>
            </a:lvl5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5" name="Текст 4">
            <a:extLst>
              <a:ext uri="{FF2B5EF4-FFF2-40B4-BE49-F238E27FC236}">
                <a16:creationId xmlns:a16="http://schemas.microsoft.com/office/drawing/2014/main" id="{2100C9C6-BD61-4D2C-9146-FB785BAE4FF3}"/>
              </a:ext>
            </a:extLst>
          </p:cNvPr>
          <p:cNvSpPr>
            <a:spLocks noGrp="1"/>
          </p:cNvSpPr>
          <p:nvPr>
            <p:ph type="body" sz="quarter" idx="3" hasCustomPrompt="1"/>
          </p:nvPr>
        </p:nvSpPr>
        <p:spPr>
          <a:xfrm>
            <a:off x="6400800" y="2438400"/>
            <a:ext cx="5183188" cy="365760"/>
          </a:xfrm>
        </p:spPr>
        <p:txBody>
          <a:bodyPr rtlCol="0" anchor="t"/>
          <a:lstStyle>
            <a:lvl1pPr marL="0" indent="0">
              <a:lnSpc>
                <a:spcPct val="100000"/>
              </a:lnSpc>
              <a:spcBef>
                <a:spcPts val="1000"/>
              </a:spcBef>
              <a:buNone/>
              <a:defRPr lang="ru-MO" sz="2000" b="1" cap="all" spc="200" baseline="0">
                <a:latin typeface="+mj-lt"/>
              </a:defRPr>
            </a:lvl1pPr>
            <a:lvl2pPr marL="457200" indent="0">
              <a:buNone/>
              <a:defRPr lang="ru-MO" sz="2000" b="1"/>
            </a:lvl2pPr>
            <a:lvl3pPr marL="914400" indent="0">
              <a:buNone/>
              <a:defRPr lang="ru-MO" sz="1800" b="1"/>
            </a:lvl3pPr>
            <a:lvl4pPr marL="1371600" indent="0">
              <a:buNone/>
              <a:defRPr lang="ru-MO" sz="1600" b="1"/>
            </a:lvl4pPr>
            <a:lvl5pPr marL="1828800" indent="0">
              <a:buNone/>
              <a:defRPr lang="ru-MO" sz="1600" b="1"/>
            </a:lvl5pPr>
            <a:lvl6pPr marL="2286000" indent="0">
              <a:buNone/>
              <a:defRPr lang="ru-MO" sz="1600" b="1"/>
            </a:lvl6pPr>
            <a:lvl7pPr marL="2743200" indent="0">
              <a:buNone/>
              <a:defRPr lang="ru-MO" sz="1600" b="1"/>
            </a:lvl7pPr>
            <a:lvl8pPr marL="3200400" indent="0">
              <a:buNone/>
              <a:defRPr lang="ru-MO" sz="1600" b="1"/>
            </a:lvl8pPr>
            <a:lvl9pPr marL="3657600" indent="0">
              <a:buNone/>
              <a:defRPr lang="ru-MO" sz="1600" b="1"/>
            </a:lvl9pPr>
          </a:lstStyle>
          <a:p>
            <a:pPr lvl="0" rtl="0"/>
            <a:r>
              <a:rPr lang="ru-RU" noProof="0"/>
              <a:t>Щелкните, чтобы изменить стили текста образца слайда</a:t>
            </a:r>
          </a:p>
        </p:txBody>
      </p:sp>
      <p:sp>
        <p:nvSpPr>
          <p:cNvPr id="6" name="Объект 5">
            <a:extLst>
              <a:ext uri="{FF2B5EF4-FFF2-40B4-BE49-F238E27FC236}">
                <a16:creationId xmlns:a16="http://schemas.microsoft.com/office/drawing/2014/main" id="{E2E342EE-68BB-484D-98C3-48A7847549D4}"/>
              </a:ext>
            </a:extLst>
          </p:cNvPr>
          <p:cNvSpPr>
            <a:spLocks noGrp="1"/>
          </p:cNvSpPr>
          <p:nvPr>
            <p:ph sz="quarter" idx="4" hasCustomPrompt="1"/>
          </p:nvPr>
        </p:nvSpPr>
        <p:spPr>
          <a:xfrm>
            <a:off x="6400800" y="2871216"/>
            <a:ext cx="5183188" cy="3247462"/>
          </a:xfrm>
        </p:spPr>
        <p:txBody>
          <a:bodyPr rtlCol="0"/>
          <a:lstStyle>
            <a:lvl1pPr>
              <a:lnSpc>
                <a:spcPct val="100000"/>
              </a:lnSpc>
              <a:spcBef>
                <a:spcPts val="1000"/>
              </a:spcBef>
              <a:defRPr lang="ru-MO" sz="1600" spc="100" baseline="0"/>
            </a:lvl1pPr>
            <a:lvl2pPr>
              <a:lnSpc>
                <a:spcPct val="100000"/>
              </a:lnSpc>
              <a:spcBef>
                <a:spcPts val="1000"/>
              </a:spcBef>
              <a:defRPr lang="ru-MO" sz="1400" spc="100" baseline="0"/>
            </a:lvl2pPr>
            <a:lvl3pPr>
              <a:lnSpc>
                <a:spcPct val="100000"/>
              </a:lnSpc>
              <a:spcBef>
                <a:spcPts val="1000"/>
              </a:spcBef>
              <a:defRPr lang="ru-MO" sz="1200" spc="100" baseline="0"/>
            </a:lvl3pPr>
            <a:lvl4pPr>
              <a:lnSpc>
                <a:spcPct val="100000"/>
              </a:lnSpc>
              <a:spcBef>
                <a:spcPts val="1000"/>
              </a:spcBef>
              <a:defRPr lang="ru-MO" sz="1100" spc="100" baseline="0"/>
            </a:lvl4pPr>
            <a:lvl5pPr>
              <a:lnSpc>
                <a:spcPct val="100000"/>
              </a:lnSpc>
              <a:spcBef>
                <a:spcPts val="1000"/>
              </a:spcBef>
              <a:defRPr lang="ru-MO" sz="1100" spc="100" baseline="0"/>
            </a:lvl5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8" name="Нижний колонтитул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9" name="Номер слайда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10" name="Прямая соединительная линия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Три объекта">
    <p:spTree>
      <p:nvGrpSpPr>
        <p:cNvPr id="1" name=""/>
        <p:cNvGrpSpPr/>
        <p:nvPr/>
      </p:nvGrpSpPr>
      <p:grpSpPr>
        <a:xfrm>
          <a:off x="0" y="0"/>
          <a:ext cx="0" cy="0"/>
          <a:chOff x="0" y="0"/>
          <a:chExt cx="0" cy="0"/>
        </a:xfrm>
      </p:grpSpPr>
      <p:pic>
        <p:nvPicPr>
          <p:cNvPr id="16" name="Рисунок 15">
            <a:extLst>
              <a:ext uri="{FF2B5EF4-FFF2-40B4-BE49-F238E27FC236}">
                <a16:creationId xmlns:a16="http://schemas.microsoft.com/office/drawing/2014/main" id="{AE1E66A3-7FD1-08A5-8B20-36C5331DCF69}"/>
              </a:ext>
            </a:extLst>
          </p:cNvPr>
          <p:cNvPicPr>
            <a:picLocks noChangeAspect="1"/>
          </p:cNvPicPr>
          <p:nvPr userDrawn="1"/>
        </p:nvPicPr>
        <p:blipFill>
          <a:blip r:embed="rId2"/>
          <a:stretch>
            <a:fillRect/>
          </a:stretch>
        </p:blipFill>
        <p:spPr>
          <a:xfrm>
            <a:off x="6453650" y="4014216"/>
            <a:ext cx="5738350" cy="2843784"/>
          </a:xfrm>
          <a:prstGeom prst="rect">
            <a:avLst/>
          </a:prstGeom>
        </p:spPr>
      </p:pic>
      <p:pic>
        <p:nvPicPr>
          <p:cNvPr id="14" name="Рисунок 13">
            <a:extLst>
              <a:ext uri="{FF2B5EF4-FFF2-40B4-BE49-F238E27FC236}">
                <a16:creationId xmlns:a16="http://schemas.microsoft.com/office/drawing/2014/main" id="{4464B067-71A6-CB30-BD46-5499FAAE00F9}"/>
              </a:ext>
            </a:extLst>
          </p:cNvPr>
          <p:cNvPicPr>
            <a:picLocks noChangeAspect="1"/>
          </p:cNvPicPr>
          <p:nvPr userDrawn="1"/>
        </p:nvPicPr>
        <p:blipFill>
          <a:blip r:embed="rId3"/>
          <a:stretch>
            <a:fillRect/>
          </a:stretch>
        </p:blipFill>
        <p:spPr>
          <a:xfrm>
            <a:off x="0" y="0"/>
            <a:ext cx="5458968" cy="2919913"/>
          </a:xfrm>
          <a:prstGeom prst="rect">
            <a:avLst/>
          </a:prstGeom>
        </p:spPr>
      </p:pic>
      <p:sp>
        <p:nvSpPr>
          <p:cNvPr id="2" name="Заголовок 1">
            <a:extLst>
              <a:ext uri="{FF2B5EF4-FFF2-40B4-BE49-F238E27FC236}">
                <a16:creationId xmlns:a16="http://schemas.microsoft.com/office/drawing/2014/main" id="{5A0D1FF5-7EF8-4250-A259-43050ABBD3B6}"/>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ru-MO" sz="4800" spc="400" baseline="0"/>
            </a:lvl1pPr>
          </a:lstStyle>
          <a:p>
            <a:pPr rtl="0"/>
            <a:r>
              <a:rPr lang="ru-RU" noProof="0"/>
              <a:t>Образец заголовка</a:t>
            </a:r>
          </a:p>
        </p:txBody>
      </p:sp>
      <p:sp>
        <p:nvSpPr>
          <p:cNvPr id="3" name="Текст 2">
            <a:extLst>
              <a:ext uri="{FF2B5EF4-FFF2-40B4-BE49-F238E27FC236}">
                <a16:creationId xmlns:a16="http://schemas.microsoft.com/office/drawing/2014/main" id="{673DC3A9-D4E6-42CF-91A8-F267C7C66CCB}"/>
              </a:ext>
            </a:extLst>
          </p:cNvPr>
          <p:cNvSpPr>
            <a:spLocks noGrp="1"/>
          </p:cNvSpPr>
          <p:nvPr>
            <p:ph type="body" idx="1" hasCustomPrompt="1"/>
          </p:nvPr>
        </p:nvSpPr>
        <p:spPr>
          <a:xfrm>
            <a:off x="612648" y="2438400"/>
            <a:ext cx="3419856" cy="365760"/>
          </a:xfrm>
        </p:spPr>
        <p:txBody>
          <a:bodyPr rtlCol="0" anchor="t"/>
          <a:lstStyle>
            <a:lvl1pPr marL="0" indent="0">
              <a:lnSpc>
                <a:spcPct val="100000"/>
              </a:lnSpc>
              <a:spcBef>
                <a:spcPts val="1000"/>
              </a:spcBef>
              <a:buNone/>
              <a:defRPr lang="ru-MO" sz="2000" b="1" cap="all" spc="200" baseline="0">
                <a:latin typeface="+mj-lt"/>
              </a:defRPr>
            </a:lvl1pPr>
            <a:lvl2pPr marL="457200" indent="0">
              <a:buNone/>
              <a:defRPr lang="ru-MO" sz="2000" b="1"/>
            </a:lvl2pPr>
            <a:lvl3pPr marL="914400" indent="0">
              <a:buNone/>
              <a:defRPr lang="ru-MO" sz="1800" b="1"/>
            </a:lvl3pPr>
            <a:lvl4pPr marL="1371600" indent="0">
              <a:buNone/>
              <a:defRPr lang="ru-MO" sz="1600" b="1"/>
            </a:lvl4pPr>
            <a:lvl5pPr marL="1828800" indent="0">
              <a:buNone/>
              <a:defRPr lang="ru-MO" sz="1600" b="1"/>
            </a:lvl5pPr>
            <a:lvl6pPr marL="2286000" indent="0">
              <a:buNone/>
              <a:defRPr lang="ru-MO" sz="1600" b="1"/>
            </a:lvl6pPr>
            <a:lvl7pPr marL="2743200" indent="0">
              <a:buNone/>
              <a:defRPr lang="ru-MO" sz="1600" b="1"/>
            </a:lvl7pPr>
            <a:lvl8pPr marL="3200400" indent="0">
              <a:buNone/>
              <a:defRPr lang="ru-MO" sz="1600" b="1"/>
            </a:lvl8pPr>
            <a:lvl9pPr marL="3657600" indent="0">
              <a:buNone/>
              <a:defRPr lang="ru-MO" sz="1600" b="1"/>
            </a:lvl9pPr>
          </a:lstStyle>
          <a:p>
            <a:pPr lvl="0" rtl="0"/>
            <a:r>
              <a:rPr lang="ru-RU" noProof="0"/>
              <a:t>Щелкните, чтобы изменить стили текста образца слайда</a:t>
            </a:r>
          </a:p>
        </p:txBody>
      </p:sp>
      <p:sp>
        <p:nvSpPr>
          <p:cNvPr id="4" name="Объект 3">
            <a:extLst>
              <a:ext uri="{FF2B5EF4-FFF2-40B4-BE49-F238E27FC236}">
                <a16:creationId xmlns:a16="http://schemas.microsoft.com/office/drawing/2014/main" id="{C752CCA9-53A3-4DA5-AD45-C2A2C12A3A6A}"/>
              </a:ext>
            </a:extLst>
          </p:cNvPr>
          <p:cNvSpPr>
            <a:spLocks noGrp="1"/>
          </p:cNvSpPr>
          <p:nvPr>
            <p:ph sz="half" idx="2" hasCustomPrompt="1"/>
          </p:nvPr>
        </p:nvSpPr>
        <p:spPr>
          <a:xfrm>
            <a:off x="612648" y="2871216"/>
            <a:ext cx="3419856" cy="2925554"/>
          </a:xfrm>
        </p:spPr>
        <p:txBody>
          <a:bodyPr rtlCol="0"/>
          <a:lstStyle>
            <a:lvl1pPr>
              <a:lnSpc>
                <a:spcPct val="100000"/>
              </a:lnSpc>
              <a:spcBef>
                <a:spcPts val="1000"/>
              </a:spcBef>
              <a:defRPr lang="ru-MO" sz="1600" spc="100" baseline="0"/>
            </a:lvl1pPr>
            <a:lvl2pPr>
              <a:lnSpc>
                <a:spcPct val="100000"/>
              </a:lnSpc>
              <a:spcBef>
                <a:spcPts val="1000"/>
              </a:spcBef>
              <a:defRPr lang="ru-MO" sz="1400" spc="100" baseline="0"/>
            </a:lvl2pPr>
            <a:lvl3pPr>
              <a:lnSpc>
                <a:spcPct val="100000"/>
              </a:lnSpc>
              <a:spcBef>
                <a:spcPts val="1000"/>
              </a:spcBef>
              <a:defRPr lang="ru-MO" sz="1200" spc="100" baseline="0"/>
            </a:lvl3pPr>
            <a:lvl4pPr>
              <a:lnSpc>
                <a:spcPct val="100000"/>
              </a:lnSpc>
              <a:spcBef>
                <a:spcPts val="1000"/>
              </a:spcBef>
              <a:defRPr lang="ru-MO" sz="1100" spc="100" baseline="0"/>
            </a:lvl4pPr>
            <a:lvl5pPr>
              <a:lnSpc>
                <a:spcPct val="100000"/>
              </a:lnSpc>
              <a:spcBef>
                <a:spcPts val="1000"/>
              </a:spcBef>
              <a:defRPr lang="ru-MO" sz="1100" spc="100" baseline="0"/>
            </a:lvl5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5" name="Текст 4">
            <a:extLst>
              <a:ext uri="{FF2B5EF4-FFF2-40B4-BE49-F238E27FC236}">
                <a16:creationId xmlns:a16="http://schemas.microsoft.com/office/drawing/2014/main" id="{2100C9C6-BD61-4D2C-9146-FB785BAE4FF3}"/>
              </a:ext>
            </a:extLst>
          </p:cNvPr>
          <p:cNvSpPr>
            <a:spLocks noGrp="1"/>
          </p:cNvSpPr>
          <p:nvPr>
            <p:ph type="body" sz="quarter" idx="3" hasCustomPrompt="1"/>
          </p:nvPr>
        </p:nvSpPr>
        <p:spPr>
          <a:xfrm>
            <a:off x="4407408" y="2438400"/>
            <a:ext cx="3419856" cy="365760"/>
          </a:xfrm>
        </p:spPr>
        <p:txBody>
          <a:bodyPr rtlCol="0" anchor="t"/>
          <a:lstStyle>
            <a:lvl1pPr marL="0" indent="0">
              <a:lnSpc>
                <a:spcPct val="100000"/>
              </a:lnSpc>
              <a:spcBef>
                <a:spcPts val="1000"/>
              </a:spcBef>
              <a:buNone/>
              <a:defRPr lang="ru-MO" sz="2000" b="1" cap="all" spc="200" baseline="0">
                <a:latin typeface="+mj-lt"/>
              </a:defRPr>
            </a:lvl1pPr>
            <a:lvl2pPr marL="457200" indent="0">
              <a:buNone/>
              <a:defRPr lang="ru-MO" sz="2000" b="1"/>
            </a:lvl2pPr>
            <a:lvl3pPr marL="914400" indent="0">
              <a:buNone/>
              <a:defRPr lang="ru-MO" sz="1800" b="1"/>
            </a:lvl3pPr>
            <a:lvl4pPr marL="1371600" indent="0">
              <a:buNone/>
              <a:defRPr lang="ru-MO" sz="1600" b="1"/>
            </a:lvl4pPr>
            <a:lvl5pPr marL="1828800" indent="0">
              <a:buNone/>
              <a:defRPr lang="ru-MO" sz="1600" b="1"/>
            </a:lvl5pPr>
            <a:lvl6pPr marL="2286000" indent="0">
              <a:buNone/>
              <a:defRPr lang="ru-MO" sz="1600" b="1"/>
            </a:lvl6pPr>
            <a:lvl7pPr marL="2743200" indent="0">
              <a:buNone/>
              <a:defRPr lang="ru-MO" sz="1600" b="1"/>
            </a:lvl7pPr>
            <a:lvl8pPr marL="3200400" indent="0">
              <a:buNone/>
              <a:defRPr lang="ru-MO" sz="1600" b="1"/>
            </a:lvl8pPr>
            <a:lvl9pPr marL="3657600" indent="0">
              <a:buNone/>
              <a:defRPr lang="ru-MO" sz="1600" b="1"/>
            </a:lvl9pPr>
          </a:lstStyle>
          <a:p>
            <a:pPr lvl="0" rtl="0"/>
            <a:r>
              <a:rPr lang="ru-RU" noProof="0"/>
              <a:t>Щелкните, чтобы изменить стили текста образца слайда</a:t>
            </a:r>
          </a:p>
        </p:txBody>
      </p:sp>
      <p:sp>
        <p:nvSpPr>
          <p:cNvPr id="6" name="Объект 5">
            <a:extLst>
              <a:ext uri="{FF2B5EF4-FFF2-40B4-BE49-F238E27FC236}">
                <a16:creationId xmlns:a16="http://schemas.microsoft.com/office/drawing/2014/main" id="{E2E342EE-68BB-484D-98C3-48A7847549D4}"/>
              </a:ext>
            </a:extLst>
          </p:cNvPr>
          <p:cNvSpPr>
            <a:spLocks noGrp="1"/>
          </p:cNvSpPr>
          <p:nvPr>
            <p:ph sz="quarter" idx="4" hasCustomPrompt="1"/>
          </p:nvPr>
        </p:nvSpPr>
        <p:spPr>
          <a:xfrm>
            <a:off x="4407408" y="2871216"/>
            <a:ext cx="3419856" cy="2925554"/>
          </a:xfrm>
        </p:spPr>
        <p:txBody>
          <a:bodyPr rtlCol="0"/>
          <a:lstStyle>
            <a:lvl1pPr>
              <a:lnSpc>
                <a:spcPct val="100000"/>
              </a:lnSpc>
              <a:spcBef>
                <a:spcPts val="1000"/>
              </a:spcBef>
              <a:defRPr lang="ru-MO" sz="1600" spc="100" baseline="0"/>
            </a:lvl1pPr>
            <a:lvl2pPr>
              <a:lnSpc>
                <a:spcPct val="100000"/>
              </a:lnSpc>
              <a:spcBef>
                <a:spcPts val="1000"/>
              </a:spcBef>
              <a:defRPr lang="ru-MO" sz="1400" spc="100" baseline="0"/>
            </a:lvl2pPr>
            <a:lvl3pPr>
              <a:lnSpc>
                <a:spcPct val="100000"/>
              </a:lnSpc>
              <a:spcBef>
                <a:spcPts val="1000"/>
              </a:spcBef>
              <a:defRPr lang="ru-MO" sz="1200" spc="100" baseline="0"/>
            </a:lvl3pPr>
            <a:lvl4pPr>
              <a:lnSpc>
                <a:spcPct val="100000"/>
              </a:lnSpc>
              <a:spcBef>
                <a:spcPts val="1000"/>
              </a:spcBef>
              <a:defRPr lang="ru-MO" sz="1100" spc="100" baseline="0"/>
            </a:lvl4pPr>
            <a:lvl5pPr>
              <a:lnSpc>
                <a:spcPct val="100000"/>
              </a:lnSpc>
              <a:spcBef>
                <a:spcPts val="1000"/>
              </a:spcBef>
              <a:defRPr lang="ru-MO" sz="1100" spc="100" baseline="0"/>
            </a:lvl5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7" name="Текст 4">
            <a:extLst>
              <a:ext uri="{FF2B5EF4-FFF2-40B4-BE49-F238E27FC236}">
                <a16:creationId xmlns:a16="http://schemas.microsoft.com/office/drawing/2014/main" id="{9A48939F-0CF9-9CBD-F606-7A4850B910A1}"/>
              </a:ext>
            </a:extLst>
          </p:cNvPr>
          <p:cNvSpPr>
            <a:spLocks noGrp="1"/>
          </p:cNvSpPr>
          <p:nvPr>
            <p:ph type="body" sz="quarter" idx="13" hasCustomPrompt="1"/>
          </p:nvPr>
        </p:nvSpPr>
        <p:spPr>
          <a:xfrm>
            <a:off x="8183880" y="2438400"/>
            <a:ext cx="3419856" cy="365760"/>
          </a:xfrm>
        </p:spPr>
        <p:txBody>
          <a:bodyPr rtlCol="0" anchor="t"/>
          <a:lstStyle>
            <a:lvl1pPr marL="0" indent="0">
              <a:lnSpc>
                <a:spcPct val="100000"/>
              </a:lnSpc>
              <a:spcBef>
                <a:spcPts val="1000"/>
              </a:spcBef>
              <a:buNone/>
              <a:defRPr lang="ru-MO" sz="2000" b="1" cap="all" spc="200" baseline="0">
                <a:latin typeface="+mj-lt"/>
              </a:defRPr>
            </a:lvl1pPr>
            <a:lvl2pPr marL="457200" indent="0">
              <a:buNone/>
              <a:defRPr lang="ru-MO" sz="2000" b="1"/>
            </a:lvl2pPr>
            <a:lvl3pPr marL="914400" indent="0">
              <a:buNone/>
              <a:defRPr lang="ru-MO" sz="1800" b="1"/>
            </a:lvl3pPr>
            <a:lvl4pPr marL="1371600" indent="0">
              <a:buNone/>
              <a:defRPr lang="ru-MO" sz="1600" b="1"/>
            </a:lvl4pPr>
            <a:lvl5pPr marL="1828800" indent="0">
              <a:buNone/>
              <a:defRPr lang="ru-MO" sz="1600" b="1"/>
            </a:lvl5pPr>
            <a:lvl6pPr marL="2286000" indent="0">
              <a:buNone/>
              <a:defRPr lang="ru-MO" sz="1600" b="1"/>
            </a:lvl6pPr>
            <a:lvl7pPr marL="2743200" indent="0">
              <a:buNone/>
              <a:defRPr lang="ru-MO" sz="1600" b="1"/>
            </a:lvl7pPr>
            <a:lvl8pPr marL="3200400" indent="0">
              <a:buNone/>
              <a:defRPr lang="ru-MO" sz="1600" b="1"/>
            </a:lvl8pPr>
            <a:lvl9pPr marL="3657600" indent="0">
              <a:buNone/>
              <a:defRPr lang="ru-MO" sz="1600" b="1"/>
            </a:lvl9pPr>
          </a:lstStyle>
          <a:p>
            <a:pPr lvl="0" rtl="0"/>
            <a:r>
              <a:rPr lang="ru-RU" noProof="0"/>
              <a:t>Щелкните, чтобы изменить стили текста образца слайда</a:t>
            </a:r>
          </a:p>
        </p:txBody>
      </p:sp>
      <p:sp>
        <p:nvSpPr>
          <p:cNvPr id="13" name="Объект 5">
            <a:extLst>
              <a:ext uri="{FF2B5EF4-FFF2-40B4-BE49-F238E27FC236}">
                <a16:creationId xmlns:a16="http://schemas.microsoft.com/office/drawing/2014/main" id="{693BC756-2B97-9751-B879-03B6F1C405C3}"/>
              </a:ext>
            </a:extLst>
          </p:cNvPr>
          <p:cNvSpPr>
            <a:spLocks noGrp="1"/>
          </p:cNvSpPr>
          <p:nvPr>
            <p:ph sz="quarter" idx="14" hasCustomPrompt="1"/>
          </p:nvPr>
        </p:nvSpPr>
        <p:spPr>
          <a:xfrm>
            <a:off x="8183880" y="2871216"/>
            <a:ext cx="3419856" cy="2925554"/>
          </a:xfrm>
        </p:spPr>
        <p:txBody>
          <a:bodyPr rtlCol="0"/>
          <a:lstStyle>
            <a:lvl1pPr>
              <a:lnSpc>
                <a:spcPct val="100000"/>
              </a:lnSpc>
              <a:spcBef>
                <a:spcPts val="1000"/>
              </a:spcBef>
              <a:defRPr lang="ru-MO" sz="1600" spc="100" baseline="0"/>
            </a:lvl1pPr>
            <a:lvl2pPr>
              <a:lnSpc>
                <a:spcPct val="100000"/>
              </a:lnSpc>
              <a:spcBef>
                <a:spcPts val="1000"/>
              </a:spcBef>
              <a:defRPr lang="ru-MO" sz="1400" spc="100" baseline="0"/>
            </a:lvl2pPr>
            <a:lvl3pPr>
              <a:lnSpc>
                <a:spcPct val="100000"/>
              </a:lnSpc>
              <a:spcBef>
                <a:spcPts val="1000"/>
              </a:spcBef>
              <a:defRPr lang="ru-MO" sz="1200" spc="100" baseline="0"/>
            </a:lvl3pPr>
            <a:lvl4pPr>
              <a:lnSpc>
                <a:spcPct val="100000"/>
              </a:lnSpc>
              <a:spcBef>
                <a:spcPts val="1000"/>
              </a:spcBef>
              <a:defRPr lang="ru-MO" sz="1100" spc="100" baseline="0"/>
            </a:lvl4pPr>
            <a:lvl5pPr>
              <a:lnSpc>
                <a:spcPct val="100000"/>
              </a:lnSpc>
              <a:spcBef>
                <a:spcPts val="1000"/>
              </a:spcBef>
              <a:defRPr lang="ru-MO" sz="1100" spc="100" baseline="0"/>
            </a:lvl5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8" name="Нижний колонтитул 7">
            <a:extLst>
              <a:ext uri="{FF2B5EF4-FFF2-40B4-BE49-F238E27FC236}">
                <a16:creationId xmlns:a16="http://schemas.microsoft.com/office/drawing/2014/main" id="{3A51CCCC-1589-401D-AE98-FC28716301EF}"/>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9" name="Номер слайда 8">
            <a:extLst>
              <a:ext uri="{FF2B5EF4-FFF2-40B4-BE49-F238E27FC236}">
                <a16:creationId xmlns:a16="http://schemas.microsoft.com/office/drawing/2014/main" id="{285D9D7D-8D9A-473E-AF0D-EF1940D793C3}"/>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10" name="Прямая соединительная линия 9">
            <a:extLst>
              <a:ext uri="{FF2B5EF4-FFF2-40B4-BE49-F238E27FC236}">
                <a16:creationId xmlns:a16="http://schemas.microsoft.com/office/drawing/2014/main" id="{B7AC635D-0E01-2452-CC44-1DAE0F96DF63}"/>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Прямая соединительная линия 10">
            <a:extLst>
              <a:ext uri="{FF2B5EF4-FFF2-40B4-BE49-F238E27FC236}">
                <a16:creationId xmlns:a16="http://schemas.microsoft.com/office/drawing/2014/main" id="{A4ED63FD-A76F-FB56-8D44-31BD432133C5}"/>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49287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Сравнение">
    <p:spTree>
      <p:nvGrpSpPr>
        <p:cNvPr id="1" name=""/>
        <p:cNvGrpSpPr/>
        <p:nvPr/>
      </p:nvGrpSpPr>
      <p:grpSpPr>
        <a:xfrm>
          <a:off x="0" y="0"/>
          <a:ext cx="0" cy="0"/>
          <a:chOff x="0" y="0"/>
          <a:chExt cx="0" cy="0"/>
        </a:xfrm>
      </p:grpSpPr>
      <p:pic>
        <p:nvPicPr>
          <p:cNvPr id="10" name="Рисунок 9">
            <a:extLst>
              <a:ext uri="{FF2B5EF4-FFF2-40B4-BE49-F238E27FC236}">
                <a16:creationId xmlns:a16="http://schemas.microsoft.com/office/drawing/2014/main" id="{F5F45936-2436-D9FD-A05D-F3C70F90FDCC}"/>
              </a:ext>
            </a:extLst>
          </p:cNvPr>
          <p:cNvPicPr>
            <a:picLocks noChangeAspect="1"/>
          </p:cNvPicPr>
          <p:nvPr userDrawn="1"/>
        </p:nvPicPr>
        <p:blipFill>
          <a:blip r:embed="rId2"/>
          <a:stretch>
            <a:fillRect/>
          </a:stretch>
        </p:blipFill>
        <p:spPr>
          <a:xfrm>
            <a:off x="0" y="3758530"/>
            <a:ext cx="4700016" cy="3099470"/>
          </a:xfrm>
          <a:prstGeom prst="rect">
            <a:avLst/>
          </a:prstGeom>
        </p:spPr>
      </p:pic>
      <p:pic>
        <p:nvPicPr>
          <p:cNvPr id="8" name="Рисунок 7">
            <a:extLst>
              <a:ext uri="{FF2B5EF4-FFF2-40B4-BE49-F238E27FC236}">
                <a16:creationId xmlns:a16="http://schemas.microsoft.com/office/drawing/2014/main" id="{0DF862D5-CF3B-E45B-934F-ACEF42B35BB4}"/>
              </a:ext>
            </a:extLst>
          </p:cNvPr>
          <p:cNvPicPr>
            <a:picLocks noChangeAspect="1"/>
          </p:cNvPicPr>
          <p:nvPr userDrawn="1"/>
        </p:nvPicPr>
        <p:blipFill>
          <a:blip r:embed="rId3"/>
          <a:stretch>
            <a:fillRect/>
          </a:stretch>
        </p:blipFill>
        <p:spPr>
          <a:xfrm>
            <a:off x="0" y="0"/>
            <a:ext cx="5148072" cy="3436275"/>
          </a:xfrm>
          <a:prstGeom prst="rect">
            <a:avLst/>
          </a:prstGeom>
        </p:spPr>
      </p:pic>
      <p:sp>
        <p:nvSpPr>
          <p:cNvPr id="12" name="Заголовок 11">
            <a:extLst>
              <a:ext uri="{FF2B5EF4-FFF2-40B4-BE49-F238E27FC236}">
                <a16:creationId xmlns:a16="http://schemas.microsoft.com/office/drawing/2014/main" id="{3392E024-DB0F-45F6-7A0A-359A57817906}"/>
              </a:ext>
            </a:extLst>
          </p:cNvPr>
          <p:cNvSpPr>
            <a:spLocks noGrp="1"/>
          </p:cNvSpPr>
          <p:nvPr>
            <p:ph type="title"/>
          </p:nvPr>
        </p:nvSpPr>
        <p:spPr>
          <a:xfrm>
            <a:off x="612648" y="1216152"/>
            <a:ext cx="5184648" cy="4416552"/>
          </a:xfrm>
        </p:spPr>
        <p:txBody>
          <a:bodyPr lIns="0" rIns="0" rtlCol="0"/>
          <a:lstStyle>
            <a:lvl1pPr algn="r">
              <a:defRPr lang="ru-MO" sz="4800" cap="all" spc="400" baseline="0"/>
            </a:lvl1pPr>
          </a:lstStyle>
          <a:p>
            <a:pPr rtl="0"/>
            <a:r>
              <a:rPr lang="ru-RU" noProof="0"/>
              <a:t>Образец заголовка</a:t>
            </a:r>
          </a:p>
        </p:txBody>
      </p:sp>
      <p:sp>
        <p:nvSpPr>
          <p:cNvPr id="14" name="Объект 13">
            <a:extLst>
              <a:ext uri="{FF2B5EF4-FFF2-40B4-BE49-F238E27FC236}">
                <a16:creationId xmlns:a16="http://schemas.microsoft.com/office/drawing/2014/main" id="{59AC38BE-9C76-A3FA-7823-F4A4B43AB754}"/>
              </a:ext>
            </a:extLst>
          </p:cNvPr>
          <p:cNvSpPr>
            <a:spLocks noGrp="1"/>
          </p:cNvSpPr>
          <p:nvPr>
            <p:ph sz="quarter" idx="13" hasCustomPrompt="1"/>
          </p:nvPr>
        </p:nvSpPr>
        <p:spPr>
          <a:xfrm>
            <a:off x="6400800" y="1216025"/>
            <a:ext cx="5184648" cy="4416425"/>
          </a:xfrm>
        </p:spPr>
        <p:txBody>
          <a:bodyPr rtlCol="0" anchor="ctr"/>
          <a:lstStyle>
            <a:lvl1pPr marL="0" indent="0">
              <a:lnSpc>
                <a:spcPct val="150000"/>
              </a:lnSpc>
              <a:spcBef>
                <a:spcPts val="1000"/>
              </a:spcBef>
              <a:buNone/>
              <a:defRPr lang="ru-MO" sz="1600" spc="100" baseline="0"/>
            </a:lvl1pPr>
            <a:lvl2pPr marL="228600">
              <a:lnSpc>
                <a:spcPct val="150000"/>
              </a:lnSpc>
              <a:spcBef>
                <a:spcPts val="1000"/>
              </a:spcBef>
              <a:defRPr lang="ru-MO" sz="1600" spc="100" baseline="0"/>
            </a:lvl2pPr>
            <a:lvl3pPr marL="457200">
              <a:lnSpc>
                <a:spcPct val="150000"/>
              </a:lnSpc>
              <a:spcBef>
                <a:spcPts val="1000"/>
              </a:spcBef>
              <a:defRPr lang="ru-MO" sz="1600" spc="100" baseline="0"/>
            </a:lvl3pPr>
            <a:lvl4pPr marL="685800">
              <a:lnSpc>
                <a:spcPct val="150000"/>
              </a:lnSpc>
              <a:spcBef>
                <a:spcPts val="1000"/>
              </a:spcBef>
              <a:defRPr lang="ru-MO" sz="1600" spc="100" baseline="0"/>
            </a:lvl4pPr>
            <a:lvl5pPr marL="914400">
              <a:lnSpc>
                <a:spcPct val="150000"/>
              </a:lnSpc>
              <a:spcBef>
                <a:spcPts val="1000"/>
              </a:spcBef>
              <a:defRPr lang="ru-MO" sz="1600" spc="100" baseline="0"/>
            </a:lvl5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3" name="Нижний колонтитул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4" name="Номер слайда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5" name="Прямая соединительная линия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Прямая соединительная линия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888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Заключение">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B79AFB71-7F33-280E-7877-06F4AFFF063A}"/>
              </a:ext>
            </a:extLst>
          </p:cNvPr>
          <p:cNvPicPr>
            <a:picLocks noChangeAspect="1"/>
          </p:cNvPicPr>
          <p:nvPr userDrawn="1"/>
        </p:nvPicPr>
        <p:blipFill>
          <a:blip r:embed="rId2"/>
          <a:srcRect/>
          <a:stretch/>
        </p:blipFill>
        <p:spPr>
          <a:xfrm>
            <a:off x="0" y="0"/>
            <a:ext cx="12192000" cy="6858000"/>
          </a:xfrm>
          <a:prstGeom prst="rect">
            <a:avLst/>
          </a:prstGeom>
        </p:spPr>
      </p:pic>
      <p:sp>
        <p:nvSpPr>
          <p:cNvPr id="6" name="Заголовок 1">
            <a:extLst>
              <a:ext uri="{FF2B5EF4-FFF2-40B4-BE49-F238E27FC236}">
                <a16:creationId xmlns:a16="http://schemas.microsoft.com/office/drawing/2014/main" id="{10B0FF2F-3458-EA78-83DC-46FB2E5CE154}"/>
              </a:ext>
            </a:extLst>
          </p:cNvPr>
          <p:cNvSpPr>
            <a:spLocks noGrp="1"/>
          </p:cNvSpPr>
          <p:nvPr>
            <p:ph type="ctrTitle" hasCustomPrompt="1"/>
          </p:nvPr>
        </p:nvSpPr>
        <p:spPr>
          <a:xfrm>
            <a:off x="1078992" y="1956816"/>
            <a:ext cx="10040112" cy="2387600"/>
          </a:xfrm>
        </p:spPr>
        <p:txBody>
          <a:bodyPr rtlCol="0" anchor="t">
            <a:noAutofit/>
          </a:bodyPr>
          <a:lstStyle>
            <a:lvl1pPr algn="l">
              <a:defRPr lang="ru-MO" sz="9600" spc="300" baseline="0">
                <a:ln w="28575">
                  <a:solidFill>
                    <a:schemeClr val="tx1"/>
                  </a:solidFill>
                </a:ln>
                <a:noFill/>
              </a:defRPr>
            </a:lvl1pPr>
          </a:lstStyle>
          <a:p>
            <a:pPr rtl="0"/>
            <a:r>
              <a:rPr lang="ru-RU" noProof="0"/>
              <a:t>СТИЛЬ ОБРАЗЦА ЗАГОЛОВКА</a:t>
            </a:r>
          </a:p>
        </p:txBody>
      </p:sp>
      <p:sp>
        <p:nvSpPr>
          <p:cNvPr id="10" name="Подзаголовок 2">
            <a:extLst>
              <a:ext uri="{FF2B5EF4-FFF2-40B4-BE49-F238E27FC236}">
                <a16:creationId xmlns:a16="http://schemas.microsoft.com/office/drawing/2014/main" id="{DC93615E-193E-5253-6EE0-EC01791E3A3A}"/>
              </a:ext>
            </a:extLst>
          </p:cNvPr>
          <p:cNvSpPr>
            <a:spLocks noGrp="1"/>
          </p:cNvSpPr>
          <p:nvPr>
            <p:ph type="subTitle" idx="1"/>
          </p:nvPr>
        </p:nvSpPr>
        <p:spPr>
          <a:xfrm>
            <a:off x="1078992" y="3483864"/>
            <a:ext cx="10040112" cy="1280160"/>
          </a:xfrm>
        </p:spPr>
        <p:txBody>
          <a:bodyPr rtlCol="0"/>
          <a:lstStyle>
            <a:lvl1pPr marL="0" indent="0" algn="l">
              <a:buNone/>
              <a:defRPr lang="ru-MO" sz="2400" b="1" baseline="0">
                <a:latin typeface="+mn-lt"/>
              </a:defRPr>
            </a:lvl1pPr>
            <a:lvl2pPr marL="457200" indent="0" algn="ctr">
              <a:buNone/>
              <a:defRPr lang="ru-MO" sz="2000"/>
            </a:lvl2pPr>
            <a:lvl3pPr marL="914400" indent="0" algn="ctr">
              <a:buNone/>
              <a:defRPr lang="ru-MO" sz="1800"/>
            </a:lvl3pPr>
            <a:lvl4pPr marL="1371600" indent="0" algn="ctr">
              <a:buNone/>
              <a:defRPr lang="ru-MO" sz="1600"/>
            </a:lvl4pPr>
            <a:lvl5pPr marL="1828800" indent="0" algn="ctr">
              <a:buNone/>
              <a:defRPr lang="ru-MO" sz="1600"/>
            </a:lvl5pPr>
            <a:lvl6pPr marL="2286000" indent="0" algn="ctr">
              <a:buNone/>
              <a:defRPr lang="ru-MO" sz="1600"/>
            </a:lvl6pPr>
            <a:lvl7pPr marL="2743200" indent="0" algn="ctr">
              <a:buNone/>
              <a:defRPr lang="ru-MO" sz="1600"/>
            </a:lvl7pPr>
            <a:lvl8pPr marL="3200400" indent="0" algn="ctr">
              <a:buNone/>
              <a:defRPr lang="ru-MO" sz="1600"/>
            </a:lvl8pPr>
            <a:lvl9pPr marL="3657600" indent="0" algn="ctr">
              <a:buNone/>
              <a:defRPr lang="ru-MO" sz="1600"/>
            </a:lvl9pPr>
          </a:lstStyle>
          <a:p>
            <a:pPr rtl="0"/>
            <a:r>
              <a:rPr lang="ru-RU" noProof="0"/>
              <a:t>Образец подзаголовка</a:t>
            </a:r>
          </a:p>
        </p:txBody>
      </p:sp>
    </p:spTree>
    <p:extLst>
      <p:ext uri="{BB962C8B-B14F-4D97-AF65-F5344CB8AC3E}">
        <p14:creationId xmlns:p14="http://schemas.microsoft.com/office/powerpoint/2010/main" val="234035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Только заголовок">
    <p:spTree>
      <p:nvGrpSpPr>
        <p:cNvPr id="1" name=""/>
        <p:cNvGrpSpPr/>
        <p:nvPr/>
      </p:nvGrpSpPr>
      <p:grpSpPr>
        <a:xfrm>
          <a:off x="0" y="0"/>
          <a:ext cx="0" cy="0"/>
          <a:chOff x="0" y="0"/>
          <a:chExt cx="0" cy="0"/>
        </a:xfrm>
      </p:grpSpPr>
      <p:sp>
        <p:nvSpPr>
          <p:cNvPr id="3" name="Нижний колонтитул 2">
            <a:extLst>
              <a:ext uri="{FF2B5EF4-FFF2-40B4-BE49-F238E27FC236}">
                <a16:creationId xmlns:a16="http://schemas.microsoft.com/office/drawing/2014/main" id="{7AC6CA6E-C1AB-4B24-80C7-A4B12640BE6F}"/>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4" name="Номер слайда 3">
            <a:extLst>
              <a:ext uri="{FF2B5EF4-FFF2-40B4-BE49-F238E27FC236}">
                <a16:creationId xmlns:a16="http://schemas.microsoft.com/office/drawing/2014/main" id="{4F5EFB41-7AD3-4519-95E7-416BFA1AECAB}"/>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5" name="Прямая соединительная линия 4">
            <a:extLst>
              <a:ext uri="{FF2B5EF4-FFF2-40B4-BE49-F238E27FC236}">
                <a16:creationId xmlns:a16="http://schemas.microsoft.com/office/drawing/2014/main" id="{C35C8AF3-79E7-17ED-9EB4-3006B31E422C}"/>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 name="Прямая соединительная линия 5">
            <a:extLst>
              <a:ext uri="{FF2B5EF4-FFF2-40B4-BE49-F238E27FC236}">
                <a16:creationId xmlns:a16="http://schemas.microsoft.com/office/drawing/2014/main" id="{875A76CC-ED26-C4F7-5AB6-59D1A4C4A7F2}"/>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
        <p:nvSpPr>
          <p:cNvPr id="2" name="Заголовок 1">
            <a:extLst>
              <a:ext uri="{FF2B5EF4-FFF2-40B4-BE49-F238E27FC236}">
                <a16:creationId xmlns:a16="http://schemas.microsoft.com/office/drawing/2014/main" id="{3BDEDC48-AA67-6FC9-FF0E-CD3CB49A502F}"/>
              </a:ext>
            </a:extLst>
          </p:cNvPr>
          <p:cNvSpPr>
            <a:spLocks noGrp="1"/>
          </p:cNvSpPr>
          <p:nvPr>
            <p:ph type="title"/>
          </p:nvPr>
        </p:nvSpPr>
        <p:spPr>
          <a:xfrm>
            <a:off x="612648" y="868679"/>
            <a:ext cx="10972800" cy="1572768"/>
          </a:xfrm>
        </p:spPr>
        <p:txBody>
          <a:bodyPr lIns="91440" tIns="182880" rIns="91440" bIns="0" rtlCol="0"/>
          <a:lstStyle>
            <a:lvl1pPr algn="ctr">
              <a:lnSpc>
                <a:spcPct val="90000"/>
              </a:lnSpc>
              <a:defRPr lang="ru-MO" sz="4800" spc="400" baseline="0"/>
            </a:lvl1pPr>
          </a:lstStyle>
          <a:p>
            <a:pPr rtl="0"/>
            <a:r>
              <a:rPr lang="ru-RU" noProof="0"/>
              <a:t>Образец заголовка</a:t>
            </a:r>
          </a:p>
        </p:txBody>
      </p:sp>
    </p:spTree>
    <p:extLst>
      <p:ext uri="{BB962C8B-B14F-4D97-AF65-F5344CB8AC3E}">
        <p14:creationId xmlns:p14="http://schemas.microsoft.com/office/powerpoint/2010/main" val="28751072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54185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rtlCol="0" anchor="b"/>
          <a:lstStyle>
            <a:lvl1pPr>
              <a:defRPr lang="ru-MO" sz="3200">
                <a:latin typeface="+mj-lt"/>
              </a:defRPr>
            </a:lvl1pPr>
          </a:lstStyle>
          <a:p>
            <a:pPr rtl="0"/>
            <a:r>
              <a:rPr lang="ru-RU" noProof="0"/>
              <a:t>Образец заголовка</a:t>
            </a:r>
          </a:p>
        </p:txBody>
      </p:sp>
      <p:sp>
        <p:nvSpPr>
          <p:cNvPr id="3" name="Объект 2">
            <a:extLst>
              <a:ext uri="{FF2B5EF4-FFF2-40B4-BE49-F238E27FC236}">
                <a16:creationId xmlns:a16="http://schemas.microsoft.com/office/drawing/2014/main" id="{4C3F06A0-63CE-4272-B90E-4F20296BFBEB}"/>
              </a:ext>
            </a:extLst>
          </p:cNvPr>
          <p:cNvSpPr>
            <a:spLocks noGrp="1"/>
          </p:cNvSpPr>
          <p:nvPr>
            <p:ph idx="1" hasCustomPrompt="1"/>
          </p:nvPr>
        </p:nvSpPr>
        <p:spPr>
          <a:xfrm>
            <a:off x="5183188" y="987425"/>
            <a:ext cx="6172200" cy="4873625"/>
          </a:xfrm>
        </p:spPr>
        <p:txBody>
          <a:bodyPr rtlCol="0"/>
          <a:lstStyle>
            <a:lvl1pPr>
              <a:defRPr lang="ru-MO" sz="3200"/>
            </a:lvl1pPr>
            <a:lvl2pPr>
              <a:defRPr lang="ru-MO" sz="2800"/>
            </a:lvl2pPr>
            <a:lvl3pPr>
              <a:defRPr lang="ru-MO" sz="2400"/>
            </a:lvl3pPr>
            <a:lvl4pPr>
              <a:defRPr lang="ru-MO" sz="2000"/>
            </a:lvl4pPr>
            <a:lvl5pPr>
              <a:defRPr lang="ru-MO" sz="2000"/>
            </a:lvl5pPr>
            <a:lvl6pPr>
              <a:defRPr lang="ru-MO" sz="2000"/>
            </a:lvl6pPr>
            <a:lvl7pPr>
              <a:defRPr lang="ru-MO" sz="2000"/>
            </a:lvl7pPr>
            <a:lvl8pPr>
              <a:defRPr lang="ru-MO" sz="2000"/>
            </a:lvl8pPr>
            <a:lvl9pPr>
              <a:defRPr lang="ru-MO" sz="2000"/>
            </a:lvl9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4" name="Текст 3">
            <a:extLst>
              <a:ext uri="{FF2B5EF4-FFF2-40B4-BE49-F238E27FC236}">
                <a16:creationId xmlns:a16="http://schemas.microsoft.com/office/drawing/2014/main" id="{08467220-06E3-427A-B4D3-9B0030E09DBB}"/>
              </a:ext>
            </a:extLst>
          </p:cNvPr>
          <p:cNvSpPr>
            <a:spLocks noGrp="1"/>
          </p:cNvSpPr>
          <p:nvPr>
            <p:ph type="body" sz="half" idx="2" hasCustomPrompt="1"/>
          </p:nvPr>
        </p:nvSpPr>
        <p:spPr>
          <a:xfrm>
            <a:off x="839788" y="2057400"/>
            <a:ext cx="3932237" cy="3811588"/>
          </a:xfrm>
        </p:spPr>
        <p:txBody>
          <a:bodyPr rtlCol="0"/>
          <a:lstStyle>
            <a:lvl1pPr marL="0" indent="0">
              <a:buNone/>
              <a:defRPr lang="ru-MO" sz="1600"/>
            </a:lvl1pPr>
            <a:lvl2pPr marL="457200" indent="0">
              <a:buNone/>
              <a:defRPr lang="ru-MO" sz="1400"/>
            </a:lvl2pPr>
            <a:lvl3pPr marL="914400" indent="0">
              <a:buNone/>
              <a:defRPr lang="ru-MO" sz="1200"/>
            </a:lvl3pPr>
            <a:lvl4pPr marL="1371600" indent="0">
              <a:buNone/>
              <a:defRPr lang="ru-MO" sz="1000"/>
            </a:lvl4pPr>
            <a:lvl5pPr marL="1828800" indent="0">
              <a:buNone/>
              <a:defRPr lang="ru-MO" sz="1000"/>
            </a:lvl5pPr>
            <a:lvl6pPr marL="2286000" indent="0">
              <a:buNone/>
              <a:defRPr lang="ru-MO" sz="1000"/>
            </a:lvl6pPr>
            <a:lvl7pPr marL="2743200" indent="0">
              <a:buNone/>
              <a:defRPr lang="ru-MO" sz="1000"/>
            </a:lvl7pPr>
            <a:lvl8pPr marL="3200400" indent="0">
              <a:buNone/>
              <a:defRPr lang="ru-MO" sz="1000"/>
            </a:lvl8pPr>
            <a:lvl9pPr marL="3657600" indent="0">
              <a:buNone/>
              <a:defRPr lang="ru-MO" sz="1000"/>
            </a:lvl9pPr>
          </a:lstStyle>
          <a:p>
            <a:pPr lvl="0" rtl="0"/>
            <a:r>
              <a:rPr lang="ru-RU" noProof="0"/>
              <a:t>Щелкните, чтобы изменить стили текста образца слайда</a:t>
            </a:r>
          </a:p>
        </p:txBody>
      </p:sp>
      <p:sp>
        <p:nvSpPr>
          <p:cNvPr id="6" name="Нижний колонтитул 5">
            <a:extLst>
              <a:ext uri="{FF2B5EF4-FFF2-40B4-BE49-F238E27FC236}">
                <a16:creationId xmlns:a16="http://schemas.microsoft.com/office/drawing/2014/main" id="{F5AEF53B-C85C-47DB-ADE4-C1D9FA682945}"/>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7" name="Номер слайда 6">
            <a:extLst>
              <a:ext uri="{FF2B5EF4-FFF2-40B4-BE49-F238E27FC236}">
                <a16:creationId xmlns:a16="http://schemas.microsoft.com/office/drawing/2014/main" id="{DFD4FD38-14E5-4C36-B948-8BF3F794ED8C}"/>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8" name="Прямая соединительная линия 7">
            <a:extLst>
              <a:ext uri="{FF2B5EF4-FFF2-40B4-BE49-F238E27FC236}">
                <a16:creationId xmlns:a16="http://schemas.microsoft.com/office/drawing/2014/main" id="{5754AE8D-13E4-BDDA-7C36-A9E08FD0A0E8}"/>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Прямая соединительная линия 8">
            <a:extLst>
              <a:ext uri="{FF2B5EF4-FFF2-40B4-BE49-F238E27FC236}">
                <a16:creationId xmlns:a16="http://schemas.microsoft.com/office/drawing/2014/main" id="{6CE37136-8479-8CDC-7EEB-030C1A8151EF}"/>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rtlCol="0" anchor="b"/>
          <a:lstStyle>
            <a:lvl1pPr>
              <a:defRPr lang="ru-MO" sz="3200">
                <a:latin typeface="+mj-lt"/>
              </a:defRPr>
            </a:lvl1pPr>
          </a:lstStyle>
          <a:p>
            <a:pPr rtl="0"/>
            <a:r>
              <a:rPr lang="ru-RU" noProof="0"/>
              <a:t>Образец заголовка</a:t>
            </a:r>
          </a:p>
        </p:txBody>
      </p:sp>
      <p:sp>
        <p:nvSpPr>
          <p:cNvPr id="3" name="Рисунок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rtlCol="0"/>
          <a:lstStyle>
            <a:lvl1pPr marL="0" indent="0">
              <a:buNone/>
              <a:defRPr lang="ru-MO" sz="3200"/>
            </a:lvl1pPr>
            <a:lvl2pPr marL="457200" indent="0">
              <a:buNone/>
              <a:defRPr lang="ru-MO" sz="2800"/>
            </a:lvl2pPr>
            <a:lvl3pPr marL="914400" indent="0">
              <a:buNone/>
              <a:defRPr lang="ru-MO" sz="2400"/>
            </a:lvl3pPr>
            <a:lvl4pPr marL="1371600" indent="0">
              <a:buNone/>
              <a:defRPr lang="ru-MO" sz="2000"/>
            </a:lvl4pPr>
            <a:lvl5pPr marL="1828800" indent="0">
              <a:buNone/>
              <a:defRPr lang="ru-MO" sz="2000"/>
            </a:lvl5pPr>
            <a:lvl6pPr marL="2286000" indent="0">
              <a:buNone/>
              <a:defRPr lang="ru-MO" sz="2000"/>
            </a:lvl6pPr>
            <a:lvl7pPr marL="2743200" indent="0">
              <a:buNone/>
              <a:defRPr lang="ru-MO" sz="2000"/>
            </a:lvl7pPr>
            <a:lvl8pPr marL="3200400" indent="0">
              <a:buNone/>
              <a:defRPr lang="ru-MO" sz="2000"/>
            </a:lvl8pPr>
            <a:lvl9pPr marL="3657600" indent="0">
              <a:buNone/>
              <a:defRPr lang="ru-MO" sz="2000"/>
            </a:lvl9pPr>
          </a:lstStyle>
          <a:p>
            <a:pPr rtl="0"/>
            <a:r>
              <a:rPr lang="ru-RU" noProof="0"/>
              <a:t>Вставка рисунка</a:t>
            </a:r>
          </a:p>
        </p:txBody>
      </p:sp>
      <p:sp>
        <p:nvSpPr>
          <p:cNvPr id="4" name="Текст 3">
            <a:extLst>
              <a:ext uri="{FF2B5EF4-FFF2-40B4-BE49-F238E27FC236}">
                <a16:creationId xmlns:a16="http://schemas.microsoft.com/office/drawing/2014/main" id="{7DF5F80D-1DB9-4E0A-8F68-924FC1C9C3BA}"/>
              </a:ext>
            </a:extLst>
          </p:cNvPr>
          <p:cNvSpPr>
            <a:spLocks noGrp="1"/>
          </p:cNvSpPr>
          <p:nvPr>
            <p:ph type="body" sz="half" idx="2" hasCustomPrompt="1"/>
          </p:nvPr>
        </p:nvSpPr>
        <p:spPr>
          <a:xfrm>
            <a:off x="839788" y="2057400"/>
            <a:ext cx="3932237" cy="3811588"/>
          </a:xfrm>
        </p:spPr>
        <p:txBody>
          <a:bodyPr rtlCol="0"/>
          <a:lstStyle>
            <a:lvl1pPr marL="0" indent="0">
              <a:buNone/>
              <a:defRPr lang="ru-MO" sz="1600"/>
            </a:lvl1pPr>
            <a:lvl2pPr marL="457200" indent="0">
              <a:buNone/>
              <a:defRPr lang="ru-MO" sz="1400"/>
            </a:lvl2pPr>
            <a:lvl3pPr marL="914400" indent="0">
              <a:buNone/>
              <a:defRPr lang="ru-MO" sz="1200"/>
            </a:lvl3pPr>
            <a:lvl4pPr marL="1371600" indent="0">
              <a:buNone/>
              <a:defRPr lang="ru-MO" sz="1000"/>
            </a:lvl4pPr>
            <a:lvl5pPr marL="1828800" indent="0">
              <a:buNone/>
              <a:defRPr lang="ru-MO" sz="1000"/>
            </a:lvl5pPr>
            <a:lvl6pPr marL="2286000" indent="0">
              <a:buNone/>
              <a:defRPr lang="ru-MO" sz="1000"/>
            </a:lvl6pPr>
            <a:lvl7pPr marL="2743200" indent="0">
              <a:buNone/>
              <a:defRPr lang="ru-MO" sz="1000"/>
            </a:lvl7pPr>
            <a:lvl8pPr marL="3200400" indent="0">
              <a:buNone/>
              <a:defRPr lang="ru-MO" sz="1000"/>
            </a:lvl8pPr>
            <a:lvl9pPr marL="3657600" indent="0">
              <a:buNone/>
              <a:defRPr lang="ru-MO" sz="1000"/>
            </a:lvl9pPr>
          </a:lstStyle>
          <a:p>
            <a:pPr lvl="0" rtl="0"/>
            <a:r>
              <a:rPr lang="ru-RU" noProof="0"/>
              <a:t>Щелкните, чтобы изменить стили текста образца слайда</a:t>
            </a:r>
          </a:p>
        </p:txBody>
      </p:sp>
      <p:sp>
        <p:nvSpPr>
          <p:cNvPr id="6" name="Нижний колонтитул 5">
            <a:extLst>
              <a:ext uri="{FF2B5EF4-FFF2-40B4-BE49-F238E27FC236}">
                <a16:creationId xmlns:a16="http://schemas.microsoft.com/office/drawing/2014/main" id="{08DA4DA3-10C7-48A6-9B15-38222B8CAD42}"/>
              </a:ext>
            </a:extLst>
          </p:cNvPr>
          <p:cNvSpPr>
            <a:spLocks noGrp="1"/>
          </p:cNvSpPr>
          <p:nvPr>
            <p:ph type="ftr" sz="quarter" idx="11"/>
          </p:nvPr>
        </p:nvSpPr>
        <p:spPr>
          <a:xfrm>
            <a:off x="4038600" y="11575"/>
            <a:ext cx="4114800" cy="856526"/>
          </a:xfrm>
          <a:prstGeom prst="rect">
            <a:avLst/>
          </a:prstGeom>
        </p:spPr>
        <p:txBody>
          <a:bodyPr rtlCol="0"/>
          <a:lstStyle>
            <a:defPPr>
              <a:defRPr lang="ru-MO"/>
            </a:defPPr>
          </a:lstStyle>
          <a:p>
            <a:pPr rtl="0"/>
            <a:r>
              <a:rPr lang="ru-RU" noProof="0"/>
              <a:t>ЗАГОЛОВОК ПРЕЗЕНТАЦИИ</a:t>
            </a:r>
          </a:p>
        </p:txBody>
      </p:sp>
      <p:sp>
        <p:nvSpPr>
          <p:cNvPr id="7" name="Номер слайда 6">
            <a:extLst>
              <a:ext uri="{FF2B5EF4-FFF2-40B4-BE49-F238E27FC236}">
                <a16:creationId xmlns:a16="http://schemas.microsoft.com/office/drawing/2014/main" id="{E584E7EE-5B3B-427E-9807-020AEF8C7662}"/>
              </a:ext>
            </a:extLst>
          </p:cNvPr>
          <p:cNvSpPr>
            <a:spLocks noGrp="1"/>
          </p:cNvSpPr>
          <p:nvPr>
            <p:ph type="sldNum" sz="quarter" idx="12"/>
          </p:nvPr>
        </p:nvSpPr>
        <p:spPr>
          <a:xfrm>
            <a:off x="4038600" y="6006546"/>
            <a:ext cx="4114800" cy="851453"/>
          </a:xfrm>
          <a:prstGeom prst="rect">
            <a:avLst/>
          </a:prstGeom>
        </p:spPr>
        <p:txBody>
          <a:bodyPr rtlCol="0"/>
          <a:lstStyle>
            <a:defPPr>
              <a:defRPr lang="ru-MO"/>
            </a:defPPr>
          </a:lstStyle>
          <a:p>
            <a:pPr rtl="0"/>
            <a:fld id="{294A09A9-5501-47C1-A89A-A340965A2BE2}" type="slidenum">
              <a:rPr lang="ru-RU" noProof="0" smtClean="0"/>
              <a:t>‹#›</a:t>
            </a:fld>
            <a:endParaRPr lang="ru-RU" noProof="0"/>
          </a:p>
        </p:txBody>
      </p:sp>
      <p:cxnSp>
        <p:nvCxnSpPr>
          <p:cNvPr id="8" name="Прямая соединительная линия 7">
            <a:extLst>
              <a:ext uri="{FF2B5EF4-FFF2-40B4-BE49-F238E27FC236}">
                <a16:creationId xmlns:a16="http://schemas.microsoft.com/office/drawing/2014/main" id="{1DC6EFE9-BD9C-6124-823A-BD1C488321D2}"/>
              </a:ext>
            </a:extLst>
          </p:cNvPr>
          <p:cNvCxnSpPr>
            <a:cxnSpLocks/>
          </p:cNvCxnSpPr>
          <p:nvPr userDrawn="1"/>
        </p:nvCxnSpPr>
        <p:spPr>
          <a:xfrm>
            <a:off x="5251048" y="868101"/>
            <a:ext cx="1689904"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Прямая соединительная линия 8">
            <a:extLst>
              <a:ext uri="{FF2B5EF4-FFF2-40B4-BE49-F238E27FC236}">
                <a16:creationId xmlns:a16="http://schemas.microsoft.com/office/drawing/2014/main" id="{21B53473-DF27-C657-627F-ED66976E076B}"/>
              </a:ext>
            </a:extLst>
          </p:cNvPr>
          <p:cNvCxnSpPr>
            <a:cxnSpLocks/>
          </p:cNvCxnSpPr>
          <p:nvPr userDrawn="1"/>
        </p:nvCxnSpPr>
        <p:spPr>
          <a:xfrm>
            <a:off x="5251048" y="5995687"/>
            <a:ext cx="1689904"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Рисунок 6" descr="Образец фона&#10;&#10;Автоматически созданное описание">
            <a:extLst>
              <a:ext uri="{FF2B5EF4-FFF2-40B4-BE49-F238E27FC236}">
                <a16:creationId xmlns:a16="http://schemas.microsoft.com/office/drawing/2014/main" id="{E020D11E-3FF2-1E7F-038B-4F9534916FEB}"/>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9198F9AA-2C87-421D-97C1-B4248DFDC2C2}"/>
              </a:ext>
            </a:extLst>
          </p:cNvPr>
          <p:cNvSpPr>
            <a:spLocks noGrp="1"/>
          </p:cNvSpPr>
          <p:nvPr>
            <p:ph type="title"/>
          </p:nvPr>
        </p:nvSpPr>
        <p:spPr>
          <a:xfrm>
            <a:off x="381000" y="1660127"/>
            <a:ext cx="11430000" cy="1325563"/>
          </a:xfrm>
          <a:prstGeom prst="rect">
            <a:avLst/>
          </a:prstGeom>
        </p:spPr>
        <p:txBody>
          <a:bodyPr vert="horz" lIns="91440" tIns="45720" rIns="91440" bIns="45720" rtlCol="0" anchor="ctr">
            <a:noAutofit/>
          </a:bodyPr>
          <a:lstStyle>
            <a:defPPr>
              <a:defRPr lang="ru-MO"/>
            </a:defPPr>
          </a:lstStyle>
          <a:p>
            <a:pPr rtl="0"/>
            <a:r>
              <a:rPr lang="ru-RU" noProof="0"/>
              <a:t>ОБРАЗЕЦ ЗАГОЛОВКА</a:t>
            </a:r>
          </a:p>
        </p:txBody>
      </p:sp>
      <p:sp>
        <p:nvSpPr>
          <p:cNvPr id="3" name="Текст 2">
            <a:extLst>
              <a:ext uri="{FF2B5EF4-FFF2-40B4-BE49-F238E27FC236}">
                <a16:creationId xmlns:a16="http://schemas.microsoft.com/office/drawing/2014/main" id="{AE98FC63-C8D2-4CE6-A3F1-EE8ED24590C4}"/>
              </a:ext>
            </a:extLst>
          </p:cNvPr>
          <p:cNvSpPr>
            <a:spLocks noGrp="1"/>
          </p:cNvSpPr>
          <p:nvPr>
            <p:ph type="body" idx="1"/>
          </p:nvPr>
        </p:nvSpPr>
        <p:spPr>
          <a:xfrm>
            <a:off x="381000" y="3104752"/>
            <a:ext cx="11430000" cy="2092281"/>
          </a:xfrm>
          <a:prstGeom prst="rect">
            <a:avLst/>
          </a:prstGeom>
        </p:spPr>
        <p:txBody>
          <a:bodyPr vert="horz" lIns="91440" tIns="45720" rIns="91440" bIns="45720" rtlCol="0">
            <a:noAutofit/>
          </a:bodyPr>
          <a:lstStyle>
            <a:defPPr>
              <a:defRPr lang="ru-MO"/>
            </a:defP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5" name="Нижний колонтитул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11575"/>
            <a:ext cx="4114800" cy="856526"/>
          </a:xfrm>
          <a:prstGeom prst="rect">
            <a:avLst/>
          </a:prstGeom>
        </p:spPr>
        <p:txBody>
          <a:bodyPr vert="horz" lIns="91440" tIns="45720" rIns="91440" bIns="45720" rtlCol="0" anchor="ctr">
            <a:noAutofit/>
          </a:bodyPr>
          <a:lstStyle>
            <a:lvl1pPr algn="ctr">
              <a:defRPr lang="ru-MO" sz="1200" b="1" i="0" spc="200" baseline="0">
                <a:solidFill>
                  <a:schemeClr val="tx1"/>
                </a:solidFill>
                <a:latin typeface="+mn-lt"/>
                <a:cs typeface="Arial" panose="020B0604020202020204" pitchFamily="34" charset="0"/>
              </a:defRPr>
            </a:lvl1pPr>
          </a:lstStyle>
          <a:p>
            <a:pPr rtl="0"/>
            <a:r>
              <a:rPr lang="ru-RU" noProof="0"/>
              <a:t>ЗАГОЛОВОК ПРЕЗЕНТАЦИИ</a:t>
            </a:r>
          </a:p>
        </p:txBody>
      </p:sp>
      <p:sp>
        <p:nvSpPr>
          <p:cNvPr id="6" name="Номер слайда 5">
            <a:extLst>
              <a:ext uri="{FF2B5EF4-FFF2-40B4-BE49-F238E27FC236}">
                <a16:creationId xmlns:a16="http://schemas.microsoft.com/office/drawing/2014/main" id="{CDC57CF0-034F-450D-937C-718D5AF1A059}"/>
              </a:ext>
            </a:extLst>
          </p:cNvPr>
          <p:cNvSpPr>
            <a:spLocks noGrp="1"/>
          </p:cNvSpPr>
          <p:nvPr>
            <p:ph type="sldNum" sz="quarter" idx="4"/>
          </p:nvPr>
        </p:nvSpPr>
        <p:spPr>
          <a:xfrm>
            <a:off x="4038600" y="6006546"/>
            <a:ext cx="4114800" cy="851453"/>
          </a:xfrm>
          <a:prstGeom prst="rect">
            <a:avLst/>
          </a:prstGeom>
        </p:spPr>
        <p:txBody>
          <a:bodyPr vert="horz" lIns="91440" tIns="45720" rIns="91440" bIns="45720" rtlCol="0" anchor="ctr">
            <a:noAutofit/>
          </a:bodyPr>
          <a:lstStyle>
            <a:lvl1pPr algn="ctr">
              <a:defRPr lang="ru-MO" sz="1200" b="1" i="0" spc="200" baseline="0">
                <a:solidFill>
                  <a:schemeClr val="tx1"/>
                </a:solidFill>
                <a:latin typeface="+mn-lt"/>
                <a:cs typeface="Arial" panose="020B0604020202020204" pitchFamily="34" charset="0"/>
              </a:defRPr>
            </a:lvl1pPr>
          </a:lstStyle>
          <a:p>
            <a:pPr rtl="0"/>
            <a:r>
              <a:rPr lang="ru-RU" noProof="0"/>
              <a:t>&lt;##&gt;</a:t>
            </a:r>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4" r:id="rId3"/>
    <p:sldLayoutId id="2147483651" r:id="rId4"/>
    <p:sldLayoutId id="2147483662" r:id="rId5"/>
    <p:sldLayoutId id="2147483665" r:id="rId6"/>
    <p:sldLayoutId id="2147483669" r:id="rId7"/>
    <p:sldLayoutId id="2147483658" r:id="rId8"/>
    <p:sldLayoutId id="2147483666" r:id="rId9"/>
    <p:sldLayoutId id="2147483668" r:id="rId10"/>
    <p:sldLayoutId id="2147483670" r:id="rId11"/>
    <p:sldLayoutId id="2147483653" r:id="rId12"/>
    <p:sldLayoutId id="2147483667" r:id="rId13"/>
    <p:sldLayoutId id="2147483661" r:id="rId14"/>
    <p:sldLayoutId id="2147483660" r:id="rId15"/>
    <p:sldLayoutId id="2147483655" r:id="rId16"/>
    <p:sldLayoutId id="2147483659" r:id="rId17"/>
    <p:sldLayoutId id="2147483656" r:id="rId18"/>
    <p:sldLayoutId id="2147483657" r:id="rId19"/>
  </p:sldLayoutIdLst>
  <p:hf hdr="0" dt="0"/>
  <p:txStyles>
    <p:titleStyle>
      <a:lvl1pPr algn="l" defTabSz="914400" rtl="0" eaLnBrk="1" latinLnBrk="0" hangingPunct="1">
        <a:lnSpc>
          <a:spcPct val="90000"/>
        </a:lnSpc>
        <a:spcBef>
          <a:spcPct val="0"/>
        </a:spcBef>
        <a:buNone/>
        <a:defRPr lang="ru-MO" sz="4400" b="1" i="0" kern="1200" cap="all" spc="400" baseline="0">
          <a:solidFill>
            <a:schemeClr val="tx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ru-MO" sz="2800" b="0" i="0" kern="1200" spc="50" baseline="0">
          <a:solidFill>
            <a:schemeClr val="tx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ru-MO" sz="2400" b="0" i="0" kern="1200" spc="50" baseline="0">
          <a:solidFill>
            <a:schemeClr val="tx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ru-MO" sz="2000" b="0" i="0" kern="1200" spc="50" baseline="0">
          <a:solidFill>
            <a:schemeClr val="tx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ru-MO" sz="1800" b="0" i="0" kern="1200" spc="50" baseline="0">
          <a:solidFill>
            <a:schemeClr val="tx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ru-MO" sz="1800" b="0" i="0" kern="1200" spc="50" baseline="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lang="ru-MO"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ru-MO"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ru-MO"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ru-MO" sz="1800" kern="1200">
          <a:solidFill>
            <a:schemeClr val="tx1"/>
          </a:solidFill>
          <a:latin typeface="+mn-lt"/>
          <a:ea typeface="+mn-ea"/>
          <a:cs typeface="+mn-cs"/>
        </a:defRPr>
      </a:lvl9pPr>
    </p:bodyStyle>
    <p:otherStyle>
      <a:defPPr>
        <a:defRPr lang="ru-MO"/>
      </a:defPPr>
      <a:lvl1pPr marL="0" algn="l" defTabSz="914400" rtl="0" eaLnBrk="1" latinLnBrk="0" hangingPunct="1">
        <a:defRPr lang="ru-MO" sz="1800" kern="1200">
          <a:solidFill>
            <a:schemeClr val="tx1"/>
          </a:solidFill>
          <a:latin typeface="+mn-lt"/>
          <a:ea typeface="+mn-ea"/>
          <a:cs typeface="+mn-cs"/>
        </a:defRPr>
      </a:lvl1pPr>
      <a:lvl2pPr marL="457200" algn="l" defTabSz="914400" rtl="0" eaLnBrk="1" latinLnBrk="0" hangingPunct="1">
        <a:defRPr lang="ru-MO" sz="1800" kern="1200">
          <a:solidFill>
            <a:schemeClr val="tx1"/>
          </a:solidFill>
          <a:latin typeface="+mn-lt"/>
          <a:ea typeface="+mn-ea"/>
          <a:cs typeface="+mn-cs"/>
        </a:defRPr>
      </a:lvl2pPr>
      <a:lvl3pPr marL="914400" algn="l" defTabSz="914400" rtl="0" eaLnBrk="1" latinLnBrk="0" hangingPunct="1">
        <a:defRPr lang="ru-MO" sz="1800" kern="1200">
          <a:solidFill>
            <a:schemeClr val="tx1"/>
          </a:solidFill>
          <a:latin typeface="+mn-lt"/>
          <a:ea typeface="+mn-ea"/>
          <a:cs typeface="+mn-cs"/>
        </a:defRPr>
      </a:lvl3pPr>
      <a:lvl4pPr marL="1371600" algn="l" defTabSz="914400" rtl="0" eaLnBrk="1" latinLnBrk="0" hangingPunct="1">
        <a:defRPr lang="ru-MO" sz="1800" kern="1200">
          <a:solidFill>
            <a:schemeClr val="tx1"/>
          </a:solidFill>
          <a:latin typeface="+mn-lt"/>
          <a:ea typeface="+mn-ea"/>
          <a:cs typeface="+mn-cs"/>
        </a:defRPr>
      </a:lvl4pPr>
      <a:lvl5pPr marL="1828800" algn="l" defTabSz="914400" rtl="0" eaLnBrk="1" latinLnBrk="0" hangingPunct="1">
        <a:defRPr lang="ru-MO" sz="1800" kern="1200">
          <a:solidFill>
            <a:schemeClr val="tx1"/>
          </a:solidFill>
          <a:latin typeface="+mn-lt"/>
          <a:ea typeface="+mn-ea"/>
          <a:cs typeface="+mn-cs"/>
        </a:defRPr>
      </a:lvl5pPr>
      <a:lvl6pPr marL="2286000" algn="l" defTabSz="914400" rtl="0" eaLnBrk="1" latinLnBrk="0" hangingPunct="1">
        <a:defRPr lang="ru-MO" sz="1800" kern="1200">
          <a:solidFill>
            <a:schemeClr val="tx1"/>
          </a:solidFill>
          <a:latin typeface="+mn-lt"/>
          <a:ea typeface="+mn-ea"/>
          <a:cs typeface="+mn-cs"/>
        </a:defRPr>
      </a:lvl6pPr>
      <a:lvl7pPr marL="2743200" algn="l" defTabSz="914400" rtl="0" eaLnBrk="1" latinLnBrk="0" hangingPunct="1">
        <a:defRPr lang="ru-MO" sz="1800" kern="1200">
          <a:solidFill>
            <a:schemeClr val="tx1"/>
          </a:solidFill>
          <a:latin typeface="+mn-lt"/>
          <a:ea typeface="+mn-ea"/>
          <a:cs typeface="+mn-cs"/>
        </a:defRPr>
      </a:lvl7pPr>
      <a:lvl8pPr marL="3200400" algn="l" defTabSz="914400" rtl="0" eaLnBrk="1" latinLnBrk="0" hangingPunct="1">
        <a:defRPr lang="ru-MO" sz="1800" kern="1200">
          <a:solidFill>
            <a:schemeClr val="tx1"/>
          </a:solidFill>
          <a:latin typeface="+mn-lt"/>
          <a:ea typeface="+mn-ea"/>
          <a:cs typeface="+mn-cs"/>
        </a:defRPr>
      </a:lvl8pPr>
      <a:lvl9pPr marL="3657600" algn="l" defTabSz="914400" rtl="0" eaLnBrk="1" latinLnBrk="0" hangingPunct="1">
        <a:defRPr lang="ru-MO"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1A7AC837-3730-853D-838F-DEA254E088FF}"/>
              </a:ext>
            </a:extLst>
          </p:cNvPr>
          <p:cNvPicPr>
            <a:picLocks noChangeAspect="1"/>
          </p:cNvPicPr>
          <p:nvPr/>
        </p:nvPicPr>
        <p:blipFill>
          <a:blip r:embed="rId3"/>
          <a:stretch>
            <a:fillRect/>
          </a:stretch>
        </p:blipFill>
        <p:spPr>
          <a:xfrm>
            <a:off x="4427730" y="3892863"/>
            <a:ext cx="3140968" cy="3140968"/>
          </a:xfrm>
          <a:prstGeom prst="rect">
            <a:avLst/>
          </a:prstGeom>
        </p:spPr>
      </p:pic>
      <p:sp>
        <p:nvSpPr>
          <p:cNvPr id="2" name="Заголовок 1">
            <a:extLst>
              <a:ext uri="{FF2B5EF4-FFF2-40B4-BE49-F238E27FC236}">
                <a16:creationId xmlns:a16="http://schemas.microsoft.com/office/drawing/2014/main" id="{51DF3D98-3C30-4CFC-8643-C81E829C8C25}"/>
              </a:ext>
            </a:extLst>
          </p:cNvPr>
          <p:cNvSpPr>
            <a:spLocks noGrp="1"/>
          </p:cNvSpPr>
          <p:nvPr>
            <p:ph type="ctrTitle"/>
          </p:nvPr>
        </p:nvSpPr>
        <p:spPr>
          <a:xfrm>
            <a:off x="1078992" y="1956816"/>
            <a:ext cx="10489616" cy="2387600"/>
          </a:xfrm>
        </p:spPr>
        <p:txBody>
          <a:bodyPr rtlCol="0"/>
          <a:lstStyle>
            <a:defPPr>
              <a:defRPr lang="ru-MO"/>
            </a:defPPr>
          </a:lstStyle>
          <a:p>
            <a:pPr rtl="0"/>
            <a:r>
              <a:rPr lang="en-US" sz="8800" dirty="0">
                <a:solidFill>
                  <a:srgbClr val="FF0000"/>
                </a:solidFill>
              </a:rPr>
              <a:t>C</a:t>
            </a:r>
            <a:r>
              <a:rPr lang="en-US" sz="8800" dirty="0">
                <a:solidFill>
                  <a:schemeClr val="accent1">
                    <a:lumMod val="50000"/>
                  </a:schemeClr>
                </a:solidFill>
              </a:rPr>
              <a:t>u</a:t>
            </a:r>
            <a:r>
              <a:rPr lang="en-US" sz="8800" dirty="0">
                <a:solidFill>
                  <a:schemeClr val="accent2">
                    <a:lumMod val="25000"/>
                  </a:schemeClr>
                </a:solidFill>
              </a:rPr>
              <a:t>b</a:t>
            </a:r>
            <a:r>
              <a:rPr lang="en-US" sz="8800" dirty="0">
                <a:solidFill>
                  <a:srgbClr val="00B050"/>
                </a:solidFill>
              </a:rPr>
              <a:t>e</a:t>
            </a:r>
            <a:r>
              <a:rPr lang="en-US" sz="8800" dirty="0">
                <a:solidFill>
                  <a:schemeClr val="bg1">
                    <a:lumMod val="85000"/>
                  </a:schemeClr>
                </a:solidFill>
              </a:rPr>
              <a:t> </a:t>
            </a:r>
            <a:r>
              <a:rPr lang="en-US" sz="8800" dirty="0">
                <a:solidFill>
                  <a:srgbClr val="FFC000"/>
                </a:solidFill>
              </a:rPr>
              <a:t>c</a:t>
            </a:r>
            <a:r>
              <a:rPr lang="en-US" sz="8800" dirty="0">
                <a:solidFill>
                  <a:srgbClr val="00B0F0"/>
                </a:solidFill>
              </a:rPr>
              <a:t>a</a:t>
            </a:r>
            <a:r>
              <a:rPr lang="en-US" sz="8800" dirty="0">
                <a:solidFill>
                  <a:schemeClr val="accent6">
                    <a:lumMod val="60000"/>
                    <a:lumOff val="40000"/>
                  </a:schemeClr>
                </a:solidFill>
              </a:rPr>
              <a:t>s</a:t>
            </a:r>
            <a:r>
              <a:rPr lang="en-US" sz="8800" dirty="0">
                <a:solidFill>
                  <a:srgbClr val="C00000"/>
                </a:solidFill>
              </a:rPr>
              <a:t>c</a:t>
            </a:r>
            <a:r>
              <a:rPr lang="en-US" sz="8800" dirty="0">
                <a:solidFill>
                  <a:srgbClr val="0070C0"/>
                </a:solidFill>
              </a:rPr>
              <a:t>a</a:t>
            </a:r>
            <a:r>
              <a:rPr lang="en-US" sz="8800" dirty="0">
                <a:solidFill>
                  <a:srgbClr val="92D050"/>
                </a:solidFill>
              </a:rPr>
              <a:t>d</a:t>
            </a:r>
            <a:r>
              <a:rPr lang="en-US" sz="8800" dirty="0">
                <a:solidFill>
                  <a:schemeClr val="accent1">
                    <a:lumMod val="90000"/>
                  </a:schemeClr>
                </a:solidFill>
              </a:rPr>
              <a:t>e</a:t>
            </a:r>
            <a:endParaRPr lang="ru-RU" sz="3200" dirty="0">
              <a:solidFill>
                <a:schemeClr val="accent1">
                  <a:lumMod val="90000"/>
                </a:schemeClr>
              </a:solidFill>
            </a:endParaRPr>
          </a:p>
        </p:txBody>
      </p:sp>
      <p:sp>
        <p:nvSpPr>
          <p:cNvPr id="3" name="Подзаголовок 2">
            <a:extLst>
              <a:ext uri="{FF2B5EF4-FFF2-40B4-BE49-F238E27FC236}">
                <a16:creationId xmlns:a16="http://schemas.microsoft.com/office/drawing/2014/main" id="{A068D447-28D3-4F5F-B2DC-FD67E9015868}"/>
              </a:ext>
            </a:extLst>
          </p:cNvPr>
          <p:cNvSpPr>
            <a:spLocks noGrp="1"/>
          </p:cNvSpPr>
          <p:nvPr>
            <p:ph type="subTitle" idx="1"/>
          </p:nvPr>
        </p:nvSpPr>
        <p:spPr>
          <a:xfrm>
            <a:off x="1072896" y="3271039"/>
            <a:ext cx="10040112" cy="1280160"/>
          </a:xfrm>
        </p:spPr>
        <p:txBody>
          <a:bodyPr rtlCol="0"/>
          <a:lstStyle>
            <a:defPPr>
              <a:defRPr lang="ru-MO"/>
            </a:defPPr>
          </a:lstStyle>
          <a:p>
            <a:pPr rtl="0"/>
            <a:r>
              <a:rPr lang="ru-RU" sz="2800" cap="all" spc="300" dirty="0">
                <a:ln w="28575">
                  <a:solidFill>
                    <a:schemeClr val="tx1"/>
                  </a:solidFill>
                </a:ln>
                <a:noFill/>
                <a:latin typeface="+mj-lt"/>
                <a:ea typeface="+mj-ea"/>
              </a:rPr>
              <a:t>Погрузитесь в мир блоков</a:t>
            </a:r>
            <a:endParaRPr lang="en-US" sz="2800" cap="all" spc="300" dirty="0">
              <a:ln w="28575">
                <a:solidFill>
                  <a:schemeClr val="tx1"/>
                </a:solidFill>
              </a:ln>
              <a:noFill/>
              <a:latin typeface="+mj-lt"/>
              <a:ea typeface="+mj-ea"/>
            </a:endParaRPr>
          </a:p>
          <a:p>
            <a:pPr rtl="0"/>
            <a:r>
              <a:rPr lang="ru-RU" sz="2800" cap="all" spc="300" dirty="0">
                <a:ln w="28575">
                  <a:solidFill>
                    <a:schemeClr val="tx1"/>
                  </a:solidFill>
                </a:ln>
                <a:noFill/>
                <a:latin typeface="+mj-lt"/>
                <a:ea typeface="+mj-ea"/>
              </a:rPr>
              <a:t>и стратегий</a:t>
            </a:r>
          </a:p>
        </p:txBody>
      </p:sp>
      <p:sp>
        <p:nvSpPr>
          <p:cNvPr id="5" name="Подзаголовок 2">
            <a:extLst>
              <a:ext uri="{FF2B5EF4-FFF2-40B4-BE49-F238E27FC236}">
                <a16:creationId xmlns:a16="http://schemas.microsoft.com/office/drawing/2014/main" id="{EA9DA913-E919-BA94-4157-0879A0352821}"/>
              </a:ext>
            </a:extLst>
          </p:cNvPr>
          <p:cNvSpPr txBox="1">
            <a:spLocks/>
          </p:cNvSpPr>
          <p:nvPr/>
        </p:nvSpPr>
        <p:spPr>
          <a:xfrm>
            <a:off x="8744688" y="5753671"/>
            <a:ext cx="3447312" cy="1280160"/>
          </a:xfrm>
          <a:prstGeom prst="rect">
            <a:avLst/>
          </a:prstGeom>
        </p:spPr>
        <p:txBody>
          <a:bodyPr vert="horz" lIns="91440" tIns="45720" rIns="91440" bIns="45720" rtlCol="0">
            <a:noAutofit/>
          </a:bodyPr>
          <a:lstStyle>
            <a:defPPr>
              <a:defRPr lang="ru-MO"/>
            </a:defPPr>
            <a:lvl1pPr marL="0" indent="0" algn="l" defTabSz="914400" rtl="0" eaLnBrk="1" latinLnBrk="0" hangingPunct="1">
              <a:lnSpc>
                <a:spcPct val="90000"/>
              </a:lnSpc>
              <a:spcBef>
                <a:spcPts val="1000"/>
              </a:spcBef>
              <a:buFont typeface="Arial" panose="020B0604020202020204" pitchFamily="34" charset="0"/>
              <a:buNone/>
              <a:defRPr lang="ru-MO" sz="2400" b="1" i="0" kern="1200" spc="50" baseline="0">
                <a:solidFill>
                  <a:schemeClr val="tx1"/>
                </a:solidFill>
                <a:latin typeface="+mn-lt"/>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lang="ru-MO" sz="2000" b="0" i="0" kern="1200" spc="50" baseline="0">
                <a:solidFill>
                  <a:schemeClr val="tx1"/>
                </a:solidFill>
                <a:latin typeface="+mn-lt"/>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lang="ru-MO" sz="1800" b="0" i="0" kern="1200" spc="50" baseline="0">
                <a:solidFill>
                  <a:schemeClr val="tx1"/>
                </a:solidFill>
                <a:latin typeface="+mn-lt"/>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lang="ru-MO" sz="1600" b="0" i="0" kern="1200" spc="50" baseline="0">
                <a:solidFill>
                  <a:schemeClr val="tx1"/>
                </a:solidFill>
                <a:latin typeface="+mn-lt"/>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lang="ru-MO" sz="1600" b="0" i="0" kern="1200" spc="50" baseline="0">
                <a:solidFill>
                  <a:schemeClr val="tx1"/>
                </a:solidFill>
                <a:latin typeface="+mn-lt"/>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lang="ru-MO"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lang="ru-MO"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lang="ru-MO"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lang="ru-MO" sz="1600" kern="1200">
                <a:solidFill>
                  <a:schemeClr val="tx1"/>
                </a:solidFill>
                <a:latin typeface="+mn-lt"/>
                <a:ea typeface="+mn-ea"/>
                <a:cs typeface="+mn-cs"/>
              </a:defRPr>
            </a:lvl9pPr>
          </a:lstStyle>
          <a:p>
            <a:r>
              <a:rPr lang="ru-RU" sz="2000" b="0" cap="all" spc="300" dirty="0">
                <a:ln w="28575">
                  <a:solidFill>
                    <a:schemeClr val="tx1"/>
                  </a:solidFill>
                </a:ln>
                <a:noFill/>
                <a:latin typeface="Arial Narrow" panose="020B0606020202030204" pitchFamily="34" charset="0"/>
                <a:ea typeface="+mj-ea"/>
              </a:rPr>
              <a:t>Бахара</a:t>
            </a:r>
            <a:r>
              <a:rPr lang="en-US" sz="2000" b="0" cap="all" spc="300" dirty="0">
                <a:ln w="28575">
                  <a:solidFill>
                    <a:schemeClr val="tx1"/>
                  </a:solidFill>
                </a:ln>
                <a:noFill/>
                <a:latin typeface="Arial Narrow" panose="020B0606020202030204" pitchFamily="34" charset="0"/>
                <a:ea typeface="+mj-ea"/>
              </a:rPr>
              <a:t> </a:t>
            </a:r>
            <a:r>
              <a:rPr lang="ru-RU" sz="2000" b="0" cap="all" spc="300" dirty="0" err="1">
                <a:ln w="28575">
                  <a:solidFill>
                    <a:schemeClr val="tx1"/>
                  </a:solidFill>
                </a:ln>
                <a:noFill/>
                <a:latin typeface="Arial Narrow" panose="020B0606020202030204" pitchFamily="34" charset="0"/>
                <a:ea typeface="+mj-ea"/>
              </a:rPr>
              <a:t>курбанова</a:t>
            </a:r>
            <a:endParaRPr lang="ru-RU" sz="2000" b="0" cap="all" spc="300" dirty="0">
              <a:ln w="28575">
                <a:solidFill>
                  <a:schemeClr val="tx1"/>
                </a:solidFill>
              </a:ln>
              <a:noFill/>
              <a:latin typeface="Arial Narrow" panose="020B0606020202030204" pitchFamily="34" charset="0"/>
              <a:ea typeface="+mj-ea"/>
            </a:endParaRPr>
          </a:p>
          <a:p>
            <a:r>
              <a:rPr lang="ru-RU" sz="2000" b="0" cap="all" spc="300" dirty="0">
                <a:ln w="28575">
                  <a:solidFill>
                    <a:schemeClr val="tx1"/>
                  </a:solidFill>
                </a:ln>
                <a:noFill/>
                <a:latin typeface="Arial Narrow" panose="020B0606020202030204" pitchFamily="34" charset="0"/>
                <a:ea typeface="+mj-ea"/>
              </a:rPr>
              <a:t>Аркадий Гуляков</a:t>
            </a:r>
          </a:p>
        </p:txBody>
      </p:sp>
      <p:sp>
        <p:nvSpPr>
          <p:cNvPr id="4" name="AutoShape 2" descr="A modern and visually striking logo for a game titled 'Cube Cascade'. The design features a cascade of glowing, colorful 3D cubes (blue, orange, green, purple) arranged dynamically, symbolizing motion and creativity. The background is dark blue with subtle gradients, and the game title 'Cube Cascade' is prominently displayed in bold, futuristic typography, glowing slightly to match the cubes' colors. The overall look is vibrant and energetic, emphasizing a fun and engaging experience.">
            <a:extLst>
              <a:ext uri="{FF2B5EF4-FFF2-40B4-BE49-F238E27FC236}">
                <a16:creationId xmlns:a16="http://schemas.microsoft.com/office/drawing/2014/main" id="{6C17EA1E-9EE3-B443-4755-AC6716EA09AE}"/>
              </a:ext>
            </a:extLst>
          </p:cNvPr>
          <p:cNvSpPr>
            <a:spLocks noChangeAspect="1" noChangeArrowheads="1"/>
          </p:cNvSpPr>
          <p:nvPr/>
        </p:nvSpPr>
        <p:spPr bwMode="auto">
          <a:xfrm>
            <a:off x="8976320" y="4192016"/>
            <a:ext cx="1800200" cy="1800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25F4EFB8-B32B-E305-CA40-1BDEF9E3C5D6}"/>
              </a:ext>
            </a:extLst>
          </p:cNvPr>
          <p:cNvSpPr>
            <a:spLocks noGrp="1"/>
          </p:cNvSpPr>
          <p:nvPr>
            <p:ph type="title"/>
          </p:nvPr>
        </p:nvSpPr>
        <p:spPr/>
        <p:txBody>
          <a:bodyPr rtlCol="0"/>
          <a:lstStyle>
            <a:defPPr>
              <a:defRPr lang="ru-MO"/>
            </a:defPPr>
          </a:lstStyle>
          <a:p>
            <a:pPr algn="ctr" rtl="0"/>
            <a:r>
              <a:rPr lang="ru-RU" dirty="0"/>
              <a:t>Идея проекта</a:t>
            </a:r>
          </a:p>
        </p:txBody>
      </p:sp>
      <p:sp>
        <p:nvSpPr>
          <p:cNvPr id="2" name="Нижний колонтитул 1">
            <a:extLst>
              <a:ext uri="{FF2B5EF4-FFF2-40B4-BE49-F238E27FC236}">
                <a16:creationId xmlns:a16="http://schemas.microsoft.com/office/drawing/2014/main" id="{70640A05-A075-B6F7-8485-592305845518}"/>
              </a:ext>
            </a:extLst>
          </p:cNvPr>
          <p:cNvSpPr>
            <a:spLocks noGrp="1"/>
          </p:cNvSpPr>
          <p:nvPr>
            <p:ph type="ftr" sz="quarter" idx="11"/>
          </p:nvPr>
        </p:nvSpPr>
        <p:spPr>
          <a:xfrm>
            <a:off x="4038600" y="116632"/>
            <a:ext cx="4114800" cy="856526"/>
          </a:xfrm>
        </p:spPr>
        <p:txBody>
          <a:bodyPr rtlCol="0"/>
          <a:lstStyle>
            <a:defPPr>
              <a:defRPr lang="ru-MO"/>
            </a:defPPr>
          </a:lstStyle>
          <a:p>
            <a:pPr rtl="0"/>
            <a:r>
              <a:rPr lang="en-US" sz="1400" dirty="0"/>
              <a:t>Cube Cascade</a:t>
            </a:r>
            <a:endParaRPr lang="ru-RU" sz="1400" dirty="0"/>
          </a:p>
        </p:txBody>
      </p:sp>
      <p:sp>
        <p:nvSpPr>
          <p:cNvPr id="5" name="Объект 4">
            <a:extLst>
              <a:ext uri="{FF2B5EF4-FFF2-40B4-BE49-F238E27FC236}">
                <a16:creationId xmlns:a16="http://schemas.microsoft.com/office/drawing/2014/main" id="{3602EF04-C343-BFD2-AB41-A62063075783}"/>
              </a:ext>
            </a:extLst>
          </p:cNvPr>
          <p:cNvSpPr>
            <a:spLocks noGrp="1"/>
          </p:cNvSpPr>
          <p:nvPr>
            <p:ph sz="quarter" idx="13"/>
          </p:nvPr>
        </p:nvSpPr>
        <p:spPr>
          <a:xfrm>
            <a:off x="5808910" y="1216152"/>
            <a:ext cx="5184648" cy="1348879"/>
          </a:xfrm>
        </p:spPr>
        <p:txBody>
          <a:bodyPr rtlCol="0"/>
          <a:lstStyle>
            <a:defPPr>
              <a:defRPr lang="ru-MO"/>
            </a:defPPr>
          </a:lstStyle>
          <a:p>
            <a:pPr rtl="0"/>
            <a:r>
              <a:rPr lang="ru-RU" b="1" dirty="0"/>
              <a:t>Цель:</a:t>
            </a:r>
            <a:r>
              <a:rPr lang="ru-RU" dirty="0"/>
              <a:t> </a:t>
            </a:r>
            <a:endParaRPr lang="en-US" dirty="0"/>
          </a:p>
          <a:p>
            <a:pPr rtl="0"/>
            <a:r>
              <a:rPr lang="ru-RU" sz="2000" dirty="0"/>
              <a:t>Создание увлекательной и красочной игры-головоломки.</a:t>
            </a:r>
            <a:endParaRPr lang="en-US" sz="2000" dirty="0"/>
          </a:p>
          <a:p>
            <a:pPr rtl="0"/>
            <a:endParaRPr lang="ru-RU" dirty="0"/>
          </a:p>
        </p:txBody>
      </p:sp>
      <p:sp>
        <p:nvSpPr>
          <p:cNvPr id="3" name="Номер слайда 2">
            <a:extLst>
              <a:ext uri="{FF2B5EF4-FFF2-40B4-BE49-F238E27FC236}">
                <a16:creationId xmlns:a16="http://schemas.microsoft.com/office/drawing/2014/main" id="{4A003396-B624-401E-50C6-C0BB01AF161D}"/>
              </a:ext>
            </a:extLst>
          </p:cNvPr>
          <p:cNvSpPr>
            <a:spLocks noGrp="1"/>
          </p:cNvSpPr>
          <p:nvPr>
            <p:ph type="sldNum" sz="quarter" idx="12"/>
          </p:nvPr>
        </p:nvSpPr>
        <p:spPr/>
        <p:txBody>
          <a:bodyPr rtlCol="0"/>
          <a:lstStyle>
            <a:defPPr>
              <a:defRPr lang="ru-MO"/>
            </a:defPPr>
          </a:lstStyle>
          <a:p>
            <a:pPr rtl="0"/>
            <a:fld id="{294A09A9-5501-47C1-A89A-A340965A2BE2}" type="slidenum">
              <a:rPr lang="ru-RU" smtClean="0"/>
              <a:pPr/>
              <a:t>2</a:t>
            </a:fld>
            <a:endParaRPr lang="ru-RU"/>
          </a:p>
        </p:txBody>
      </p:sp>
      <p:sp>
        <p:nvSpPr>
          <p:cNvPr id="7" name="Rectangle 2">
            <a:extLst>
              <a:ext uri="{FF2B5EF4-FFF2-40B4-BE49-F238E27FC236}">
                <a16:creationId xmlns:a16="http://schemas.microsoft.com/office/drawing/2014/main" id="{8BC1DE2E-FC37-7C0C-46CB-5171D3335059}"/>
              </a:ext>
            </a:extLst>
          </p:cNvPr>
          <p:cNvSpPr>
            <a:spLocks noChangeArrowheads="1"/>
          </p:cNvSpPr>
          <p:nvPr/>
        </p:nvSpPr>
        <p:spPr bwMode="auto">
          <a:xfrm>
            <a:off x="5777969" y="2248090"/>
            <a:ext cx="5500492" cy="3365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ru-RU" altLang="ru-RU" sz="1800" b="1" i="0" u="none" strike="noStrike" cap="none" normalizeH="0" baseline="0" dirty="0">
                <a:ln>
                  <a:noFill/>
                </a:ln>
                <a:solidFill>
                  <a:schemeClr val="tx1"/>
                </a:solidFill>
                <a:effectLst/>
                <a:latin typeface="Arial" panose="020B0604020202020204" pitchFamily="34" charset="0"/>
              </a:rPr>
              <a:t>Описание:</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Arial" panose="020B0604020202020204" pitchFamily="34" charset="0"/>
              </a:rPr>
              <a:t>Игрок перетаскивает блоки на сетку 8x8.</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Arial" panose="020B0604020202020204" pitchFamily="34" charset="0"/>
              </a:rPr>
              <a:t>Очки начисляются за заполнение линий по горизонтали или вертикали.</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Arial" panose="020B0604020202020204" pitchFamily="34" charset="0"/>
              </a:rPr>
              <a:t>Два режима игры: "Classic" и "</a:t>
            </a:r>
            <a:r>
              <a:rPr kumimoji="0" lang="ru-RU" altLang="ru-RU" sz="1800" b="0" i="0" u="none" strike="noStrike" cap="none" normalizeH="0" baseline="0" dirty="0" err="1">
                <a:ln>
                  <a:noFill/>
                </a:ln>
                <a:solidFill>
                  <a:schemeClr val="tx1"/>
                </a:solidFill>
                <a:effectLst/>
                <a:latin typeface="Arial" panose="020B0604020202020204" pitchFamily="34" charset="0"/>
              </a:rPr>
              <a:t>Adventure</a:t>
            </a:r>
            <a:r>
              <a:rPr kumimoji="0" lang="ru-RU" altLang="ru-RU" sz="1800" b="0" i="0" u="none" strike="noStrike" cap="none" normalizeH="0" baseline="0" dirty="0">
                <a:ln>
                  <a:noFill/>
                </a:ln>
                <a:solidFill>
                  <a:schemeClr val="tx1"/>
                </a:solidFill>
                <a:effectLst/>
                <a:latin typeface="Arial" panose="020B0604020202020204" pitchFamily="34" charset="0"/>
              </a:rPr>
              <a:t>".</a:t>
            </a:r>
            <a:endParaRPr kumimoji="0" lang="en-US"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ru-RU" altLang="ru-RU" sz="1800" b="1" i="0" u="none" strike="noStrike" cap="none" normalizeH="0" baseline="0" dirty="0">
                <a:ln>
                  <a:noFill/>
                </a:ln>
                <a:solidFill>
                  <a:schemeClr val="tx1"/>
                </a:solidFill>
                <a:effectLst/>
                <a:latin typeface="Arial" panose="020B0604020202020204" pitchFamily="34" charset="0"/>
              </a:rPr>
              <a:t>Ключевая задача:</a:t>
            </a:r>
            <a:r>
              <a:rPr kumimoji="0" lang="ru-RU" altLang="ru-RU" sz="1800" b="0" i="0" u="none" strike="noStrike" cap="none" normalizeH="0" baseline="0" dirty="0">
                <a:ln>
                  <a:noFill/>
                </a:ln>
                <a:solidFill>
                  <a:schemeClr val="tx1"/>
                </a:solidFill>
                <a:effectLst/>
                <a:latin typeface="Arial" panose="020B0604020202020204" pitchFamily="34" charset="0"/>
              </a:rPr>
              <a:t> </a:t>
            </a:r>
            <a:endParaRPr kumimoji="0" lang="en-US"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Arial" panose="020B0604020202020204" pitchFamily="34" charset="0"/>
              </a:rPr>
              <a:t>Заставить игрока думать стратегически. </a:t>
            </a:r>
          </a:p>
        </p:txBody>
      </p:sp>
    </p:spTree>
    <p:extLst>
      <p:ext uri="{BB962C8B-B14F-4D97-AF65-F5344CB8AC3E}">
        <p14:creationId xmlns:p14="http://schemas.microsoft.com/office/powerpoint/2010/main" val="3307162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07775003-C8C2-57FA-C8D5-99577C44F58A}"/>
              </a:ext>
            </a:extLst>
          </p:cNvPr>
          <p:cNvSpPr>
            <a:spLocks noGrp="1"/>
          </p:cNvSpPr>
          <p:nvPr>
            <p:ph type="title"/>
          </p:nvPr>
        </p:nvSpPr>
        <p:spPr/>
        <p:txBody>
          <a:bodyPr rtlCol="0"/>
          <a:lstStyle>
            <a:defPPr>
              <a:defRPr lang="ru-MO"/>
            </a:defPPr>
          </a:lstStyle>
          <a:p>
            <a:pPr algn="ctr" rtl="0"/>
            <a:r>
              <a:rPr lang="ru-RU" dirty="0"/>
              <a:t>Механика игры</a:t>
            </a:r>
          </a:p>
        </p:txBody>
      </p:sp>
      <p:sp>
        <p:nvSpPr>
          <p:cNvPr id="2" name="Нижний колонтитул 1">
            <a:extLst>
              <a:ext uri="{FF2B5EF4-FFF2-40B4-BE49-F238E27FC236}">
                <a16:creationId xmlns:a16="http://schemas.microsoft.com/office/drawing/2014/main" id="{6B4F370C-18BC-A752-2980-6309F5D7DC43}"/>
              </a:ext>
            </a:extLst>
          </p:cNvPr>
          <p:cNvSpPr>
            <a:spLocks noGrp="1"/>
          </p:cNvSpPr>
          <p:nvPr>
            <p:ph type="ftr" sz="quarter" idx="11"/>
          </p:nvPr>
        </p:nvSpPr>
        <p:spPr>
          <a:xfrm>
            <a:off x="4038600" y="116632"/>
            <a:ext cx="4114800" cy="856526"/>
          </a:xfrm>
        </p:spPr>
        <p:txBody>
          <a:bodyPr rtlCol="0"/>
          <a:lstStyle>
            <a:defPPr>
              <a:defRPr lang="ru-MO"/>
            </a:defPPr>
          </a:lstStyle>
          <a:p>
            <a:pPr rtl="0"/>
            <a:r>
              <a:rPr lang="en-US" sz="1400" dirty="0"/>
              <a:t>Cube Cascade</a:t>
            </a:r>
            <a:endParaRPr lang="ru-RU" sz="1400" dirty="0"/>
          </a:p>
        </p:txBody>
      </p:sp>
      <p:sp>
        <p:nvSpPr>
          <p:cNvPr id="3" name="Номер слайда 2">
            <a:extLst>
              <a:ext uri="{FF2B5EF4-FFF2-40B4-BE49-F238E27FC236}">
                <a16:creationId xmlns:a16="http://schemas.microsoft.com/office/drawing/2014/main" id="{F0986A75-51DF-087B-EE6E-0899D0826DFB}"/>
              </a:ext>
            </a:extLst>
          </p:cNvPr>
          <p:cNvSpPr>
            <a:spLocks noGrp="1"/>
          </p:cNvSpPr>
          <p:nvPr>
            <p:ph type="sldNum" sz="quarter" idx="12"/>
          </p:nvPr>
        </p:nvSpPr>
        <p:spPr/>
        <p:txBody>
          <a:bodyPr rtlCol="0"/>
          <a:lstStyle>
            <a:defPPr>
              <a:defRPr lang="ru-MO"/>
            </a:defPPr>
          </a:lstStyle>
          <a:p>
            <a:pPr rtl="0"/>
            <a:fld id="{294A09A9-5501-47C1-A89A-A340965A2BE2}" type="slidenum">
              <a:rPr lang="ru-RU" smtClean="0"/>
              <a:pPr/>
              <a:t>3</a:t>
            </a:fld>
            <a:endParaRPr lang="ru-RU" dirty="0"/>
          </a:p>
        </p:txBody>
      </p:sp>
      <p:sp>
        <p:nvSpPr>
          <p:cNvPr id="6" name="Rectangle 1">
            <a:extLst>
              <a:ext uri="{FF2B5EF4-FFF2-40B4-BE49-F238E27FC236}">
                <a16:creationId xmlns:a16="http://schemas.microsoft.com/office/drawing/2014/main" id="{6AA45769-D075-313E-0C99-7B07777AEDF8}"/>
              </a:ext>
            </a:extLst>
          </p:cNvPr>
          <p:cNvSpPr>
            <a:spLocks noChangeArrowheads="1"/>
          </p:cNvSpPr>
          <p:nvPr/>
        </p:nvSpPr>
        <p:spPr bwMode="auto">
          <a:xfrm>
            <a:off x="5797296" y="1093020"/>
            <a:ext cx="6275368" cy="4662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ru-RU" altLang="ru-RU" sz="1800" b="1" i="0" u="none" strike="noStrike" cap="none" normalizeH="0" baseline="0" dirty="0">
                <a:ln>
                  <a:noFill/>
                </a:ln>
                <a:solidFill>
                  <a:schemeClr val="tx1"/>
                </a:solidFill>
                <a:effectLst/>
                <a:latin typeface="Arial" panose="020B0604020202020204" pitchFamily="34" charset="0"/>
              </a:rPr>
              <a:t>Игровой процесс:</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ru-RU" sz="1600" b="0" i="0" u="none" strike="noStrike" cap="none" normalizeH="0" baseline="0" dirty="0">
                <a:ln>
                  <a:noFill/>
                </a:ln>
                <a:solidFill>
                  <a:schemeClr val="tx1"/>
                </a:solidFill>
                <a:effectLst/>
                <a:latin typeface="Arial" panose="020B0604020202020204" pitchFamily="34" charset="0"/>
              </a:rPr>
              <a:t> </a:t>
            </a:r>
            <a:r>
              <a:rPr kumimoji="0" lang="ru-RU" altLang="ru-RU" sz="1600" b="0" i="0" u="none" strike="noStrike" cap="none" normalizeH="0" baseline="0" dirty="0">
                <a:ln>
                  <a:noFill/>
                </a:ln>
                <a:solidFill>
                  <a:schemeClr val="tx1"/>
                </a:solidFill>
                <a:effectLst/>
                <a:latin typeface="Arial" panose="020B0604020202020204" pitchFamily="34" charset="0"/>
              </a:rPr>
              <a:t>Генерация блоков.</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ru-RU" sz="1600" b="0" i="0" u="none" strike="noStrike" cap="none" normalizeH="0" baseline="0" dirty="0">
                <a:ln>
                  <a:noFill/>
                </a:ln>
                <a:solidFill>
                  <a:schemeClr val="tx1"/>
                </a:solidFill>
                <a:effectLst/>
                <a:latin typeface="Arial" panose="020B0604020202020204" pitchFamily="34" charset="0"/>
              </a:rPr>
              <a:t> </a:t>
            </a:r>
            <a:r>
              <a:rPr kumimoji="0" lang="ru-RU" altLang="ru-RU" sz="1600" b="0" i="0" u="none" strike="noStrike" cap="none" normalizeH="0" baseline="0" dirty="0">
                <a:ln>
                  <a:noFill/>
                </a:ln>
                <a:solidFill>
                  <a:schemeClr val="tx1"/>
                </a:solidFill>
                <a:effectLst/>
                <a:latin typeface="Arial" panose="020B0604020202020204" pitchFamily="34" charset="0"/>
              </a:rPr>
              <a:t>Перетаскивание фигур на игровое поле.</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ru-RU" sz="1600" b="0" i="0" u="none" strike="noStrike" cap="none" normalizeH="0" baseline="0" dirty="0">
                <a:ln>
                  <a:noFill/>
                </a:ln>
                <a:solidFill>
                  <a:schemeClr val="tx1"/>
                </a:solidFill>
                <a:effectLst/>
                <a:latin typeface="Arial" panose="020B0604020202020204" pitchFamily="34" charset="0"/>
              </a:rPr>
              <a:t> </a:t>
            </a:r>
            <a:r>
              <a:rPr kumimoji="0" lang="ru-RU" altLang="ru-RU" sz="1600" b="0" i="0" u="none" strike="noStrike" cap="none" normalizeH="0" baseline="0" dirty="0">
                <a:ln>
                  <a:noFill/>
                </a:ln>
                <a:solidFill>
                  <a:schemeClr val="tx1"/>
                </a:solidFill>
                <a:effectLst/>
                <a:latin typeface="Arial" panose="020B0604020202020204" pitchFamily="34" charset="0"/>
              </a:rPr>
              <a:t>Удаление заполненных линий.</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ru-RU" altLang="ru-RU" sz="1800" b="1" i="0" u="none" strike="noStrike" cap="none" normalizeH="0" baseline="0" dirty="0">
                <a:ln>
                  <a:noFill/>
                </a:ln>
                <a:solidFill>
                  <a:schemeClr val="tx1"/>
                </a:solidFill>
                <a:effectLst/>
                <a:latin typeface="Arial" panose="020B0604020202020204" pitchFamily="34" charset="0"/>
              </a:rPr>
              <a:t>Особенности:</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50000"/>
              </a:lnSpc>
              <a:spcBef>
                <a:spcPct val="0"/>
              </a:spcBef>
              <a:spcAft>
                <a:spcPct val="0"/>
              </a:spcAft>
              <a:buFontTx/>
              <a:buChar char="•"/>
            </a:pPr>
            <a:r>
              <a:rPr kumimoji="0" lang="en-US" altLang="ru-RU" sz="1800" b="0" i="0" u="none" strike="noStrike" cap="none" normalizeH="0" baseline="0" dirty="0">
                <a:ln>
                  <a:noFill/>
                </a:ln>
                <a:solidFill>
                  <a:schemeClr val="tx1"/>
                </a:solidFill>
                <a:effectLst/>
                <a:latin typeface="Arial" panose="020B0604020202020204" pitchFamily="34" charset="0"/>
              </a:rPr>
              <a:t> </a:t>
            </a:r>
            <a:r>
              <a:rPr lang="ru-RU" altLang="ru-RU" sz="1600" dirty="0">
                <a:latin typeface="Arial" panose="020B0604020202020204" pitchFamily="34" charset="0"/>
              </a:rPr>
              <a:t>Реализация плавного интерфейса на </a:t>
            </a:r>
            <a:r>
              <a:rPr lang="ru-RU" altLang="ru-RU" sz="1600" dirty="0" err="1">
                <a:latin typeface="Arial" panose="020B0604020202020204" pitchFamily="34" charset="0"/>
              </a:rPr>
              <a:t>PyGame</a:t>
            </a:r>
            <a:r>
              <a:rPr lang="ru-RU" altLang="ru-RU" sz="1600" dirty="0">
                <a:latin typeface="Arial" panose="020B0604020202020204" pitchFamily="34" charset="0"/>
              </a:rPr>
              <a:t>.</a:t>
            </a:r>
          </a:p>
          <a:p>
            <a:pPr eaLnBrk="0" fontAlgn="base" hangingPunct="0">
              <a:lnSpc>
                <a:spcPct val="150000"/>
              </a:lnSpc>
              <a:spcBef>
                <a:spcPct val="0"/>
              </a:spcBef>
              <a:spcAft>
                <a:spcPct val="0"/>
              </a:spcAft>
              <a:buFontTx/>
              <a:buChar char="•"/>
            </a:pPr>
            <a:r>
              <a:rPr lang="en-US" altLang="ru-RU" sz="1600" dirty="0">
                <a:latin typeface="Arial" panose="020B0604020202020204" pitchFamily="34" charset="0"/>
              </a:rPr>
              <a:t> </a:t>
            </a:r>
            <a:r>
              <a:rPr lang="ru-RU" altLang="ru-RU" sz="1600" dirty="0">
                <a:latin typeface="Arial" panose="020B0604020202020204" pitchFamily="34" charset="0"/>
              </a:rPr>
              <a:t>Переливающийся заголовок "Block </a:t>
            </a:r>
            <a:r>
              <a:rPr lang="ru-RU" altLang="ru-RU" sz="1600" dirty="0" err="1">
                <a:latin typeface="Arial" panose="020B0604020202020204" pitchFamily="34" charset="0"/>
              </a:rPr>
              <a:t>Blast</a:t>
            </a:r>
            <a:r>
              <a:rPr lang="ru-RU" altLang="ru-RU" sz="1600" dirty="0">
                <a:latin typeface="Arial" panose="020B0604020202020204" pitchFamily="34" charset="0"/>
              </a:rPr>
              <a:t>".</a:t>
            </a:r>
          </a:p>
          <a:p>
            <a:pPr eaLnBrk="0" fontAlgn="base" hangingPunct="0">
              <a:lnSpc>
                <a:spcPct val="150000"/>
              </a:lnSpc>
              <a:spcBef>
                <a:spcPct val="0"/>
              </a:spcBef>
              <a:spcAft>
                <a:spcPct val="0"/>
              </a:spcAft>
              <a:buFontTx/>
              <a:buChar char="•"/>
            </a:pPr>
            <a:r>
              <a:rPr lang="en-US" altLang="ru-RU" sz="1600" dirty="0">
                <a:latin typeface="Arial" panose="020B0604020202020204" pitchFamily="34" charset="0"/>
              </a:rPr>
              <a:t> </a:t>
            </a:r>
            <a:r>
              <a:rPr lang="ru-RU" altLang="ru-RU" sz="1600" dirty="0" err="1">
                <a:latin typeface="Arial" panose="020B0604020202020204" pitchFamily="34" charset="0"/>
              </a:rPr>
              <a:t>Кастомный</a:t>
            </a:r>
            <a:r>
              <a:rPr lang="ru-RU" altLang="ru-RU" sz="1600" dirty="0">
                <a:latin typeface="Arial" panose="020B0604020202020204" pitchFamily="34" charset="0"/>
              </a:rPr>
              <a:t> курсор и звуковые эффекты.</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ru-RU" altLang="ru-RU" sz="1800" b="1" i="0" u="none" strike="noStrike" cap="none" normalizeH="0" baseline="0" dirty="0">
                <a:ln>
                  <a:noFill/>
                </a:ln>
                <a:solidFill>
                  <a:schemeClr val="tx1"/>
                </a:solidFill>
                <a:effectLst/>
                <a:latin typeface="Arial" panose="020B0604020202020204" pitchFamily="34" charset="0"/>
              </a:rPr>
              <a:t>Режимы:</a:t>
            </a: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R="0" lvl="0" indent="-285750" eaLnBrk="0" fontAlgn="base" hangingPunct="0">
              <a:lnSpc>
                <a:spcPct val="150000"/>
              </a:lnSpc>
              <a:spcBef>
                <a:spcPct val="0"/>
              </a:spcBef>
              <a:spcAft>
                <a:spcPct val="0"/>
              </a:spcAft>
              <a:buClrTx/>
              <a:buSzTx/>
              <a:buFontTx/>
              <a:buChar char="•"/>
              <a:tabLst/>
            </a:pPr>
            <a:r>
              <a:rPr lang="ru-RU" altLang="ru-RU" sz="1600" dirty="0">
                <a:latin typeface="Arial" panose="020B0604020202020204" pitchFamily="34" charset="0"/>
              </a:rPr>
              <a:t>"Classic": Играй, пока есть ходы.</a:t>
            </a:r>
          </a:p>
          <a:p>
            <a:pPr marR="0" lvl="0" indent="-285750" eaLnBrk="0" fontAlgn="base" hangingPunct="0">
              <a:lnSpc>
                <a:spcPct val="150000"/>
              </a:lnSpc>
              <a:spcBef>
                <a:spcPct val="0"/>
              </a:spcBef>
              <a:spcAft>
                <a:spcPct val="0"/>
              </a:spcAft>
              <a:buClrTx/>
              <a:buSzTx/>
              <a:buFontTx/>
              <a:buChar char="•"/>
              <a:tabLst/>
            </a:pPr>
            <a:r>
              <a:rPr lang="ru-RU" altLang="ru-RU" sz="1600" dirty="0">
                <a:latin typeface="Arial" panose="020B0604020202020204" pitchFamily="34" charset="0"/>
              </a:rPr>
              <a:t>"</a:t>
            </a:r>
            <a:r>
              <a:rPr lang="ru-RU" altLang="ru-RU" sz="1600" dirty="0" err="1">
                <a:latin typeface="Arial" panose="020B0604020202020204" pitchFamily="34" charset="0"/>
              </a:rPr>
              <a:t>Adventure</a:t>
            </a:r>
            <a:r>
              <a:rPr lang="ru-RU" altLang="ru-RU" sz="1600" dirty="0">
                <a:latin typeface="Arial" panose="020B0604020202020204" pitchFamily="34" charset="0"/>
              </a:rPr>
              <a:t>": 10 уровней с усложняющимися условиями.</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205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DF3D98-3C30-4CFC-8643-C81E829C8C25}"/>
              </a:ext>
            </a:extLst>
          </p:cNvPr>
          <p:cNvSpPr>
            <a:spLocks noGrp="1"/>
          </p:cNvSpPr>
          <p:nvPr>
            <p:ph type="ctrTitle"/>
          </p:nvPr>
        </p:nvSpPr>
        <p:spPr/>
        <p:txBody>
          <a:bodyPr rtlCol="0" anchor="t">
            <a:noAutofit/>
          </a:bodyPr>
          <a:lstStyle>
            <a:defPPr>
              <a:defRPr lang="ru-MO"/>
            </a:defPPr>
          </a:lstStyle>
          <a:p>
            <a:pPr algn="l" rtl="0"/>
            <a:r>
              <a:rPr lang="ru-RU" dirty="0"/>
              <a:t>Интерфейс</a:t>
            </a:r>
            <a:endParaRPr lang="ru-RU" sz="9600" spc="300" dirty="0">
              <a:ln w="28575">
                <a:solidFill>
                  <a:schemeClr val="tx1"/>
                </a:solidFill>
              </a:ln>
              <a:noFill/>
            </a:endParaRPr>
          </a:p>
        </p:txBody>
      </p:sp>
      <p:pic>
        <p:nvPicPr>
          <p:cNvPr id="4" name="Рисунок 3">
            <a:extLst>
              <a:ext uri="{FF2B5EF4-FFF2-40B4-BE49-F238E27FC236}">
                <a16:creationId xmlns:a16="http://schemas.microsoft.com/office/drawing/2014/main" id="{3C1DA482-91DD-1DE7-15A2-545AECB1C80D}"/>
              </a:ext>
            </a:extLst>
          </p:cNvPr>
          <p:cNvPicPr>
            <a:picLocks noChangeAspect="1"/>
          </p:cNvPicPr>
          <p:nvPr/>
        </p:nvPicPr>
        <p:blipFill>
          <a:blip r:embed="rId3"/>
          <a:stretch>
            <a:fillRect/>
          </a:stretch>
        </p:blipFill>
        <p:spPr>
          <a:xfrm>
            <a:off x="1703512" y="3356992"/>
            <a:ext cx="3600400" cy="3600400"/>
          </a:xfrm>
          <a:prstGeom prst="rect">
            <a:avLst/>
          </a:prstGeom>
        </p:spPr>
      </p:pic>
    </p:spTree>
    <p:extLst>
      <p:ext uri="{BB962C8B-B14F-4D97-AF65-F5344CB8AC3E}">
        <p14:creationId xmlns:p14="http://schemas.microsoft.com/office/powerpoint/2010/main" val="3308071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02B39BC3-1DB2-EB36-B4F5-81D5725C3436}"/>
              </a:ext>
            </a:extLst>
          </p:cNvPr>
          <p:cNvSpPr>
            <a:spLocks noGrp="1"/>
          </p:cNvSpPr>
          <p:nvPr>
            <p:ph type="title"/>
          </p:nvPr>
        </p:nvSpPr>
        <p:spPr>
          <a:xfrm>
            <a:off x="381000" y="1216152"/>
            <a:ext cx="5416296" cy="4416552"/>
          </a:xfrm>
        </p:spPr>
        <p:txBody>
          <a:bodyPr rtlCol="0"/>
          <a:lstStyle>
            <a:defPPr>
              <a:defRPr lang="ru-MO"/>
            </a:defPPr>
          </a:lstStyle>
          <a:p>
            <a:pPr rtl="0"/>
            <a:r>
              <a:rPr lang="ru-RU" dirty="0"/>
              <a:t>Главное меню</a:t>
            </a:r>
          </a:p>
        </p:txBody>
      </p:sp>
      <p:sp>
        <p:nvSpPr>
          <p:cNvPr id="2" name="Нижний колонтитул 1">
            <a:extLst>
              <a:ext uri="{FF2B5EF4-FFF2-40B4-BE49-F238E27FC236}">
                <a16:creationId xmlns:a16="http://schemas.microsoft.com/office/drawing/2014/main" id="{C20A50E1-0D2E-D811-2F66-646B4778FC31}"/>
              </a:ext>
            </a:extLst>
          </p:cNvPr>
          <p:cNvSpPr>
            <a:spLocks noGrp="1"/>
          </p:cNvSpPr>
          <p:nvPr>
            <p:ph type="ftr" sz="quarter" idx="11"/>
          </p:nvPr>
        </p:nvSpPr>
        <p:spPr>
          <a:xfrm>
            <a:off x="4038600" y="116632"/>
            <a:ext cx="4114800" cy="856526"/>
          </a:xfrm>
        </p:spPr>
        <p:txBody>
          <a:bodyPr rtlCol="0"/>
          <a:lstStyle>
            <a:defPPr>
              <a:defRPr lang="ru-MO"/>
            </a:defPPr>
          </a:lstStyle>
          <a:p>
            <a:pPr rtl="0"/>
            <a:r>
              <a:rPr lang="en-US" sz="1400" dirty="0"/>
              <a:t>Cube Cascade</a:t>
            </a:r>
            <a:endParaRPr lang="ru-RU" sz="1400" dirty="0"/>
          </a:p>
        </p:txBody>
      </p:sp>
      <p:sp>
        <p:nvSpPr>
          <p:cNvPr id="3" name="Номер слайда 2">
            <a:extLst>
              <a:ext uri="{FF2B5EF4-FFF2-40B4-BE49-F238E27FC236}">
                <a16:creationId xmlns:a16="http://schemas.microsoft.com/office/drawing/2014/main" id="{DB94A10F-0A8C-333B-6C47-B4125180D6FB}"/>
              </a:ext>
            </a:extLst>
          </p:cNvPr>
          <p:cNvSpPr>
            <a:spLocks noGrp="1"/>
          </p:cNvSpPr>
          <p:nvPr>
            <p:ph type="sldNum" sz="quarter" idx="12"/>
          </p:nvPr>
        </p:nvSpPr>
        <p:spPr/>
        <p:txBody>
          <a:bodyPr rtlCol="0"/>
          <a:lstStyle>
            <a:defPPr>
              <a:defRPr lang="ru-MO"/>
            </a:defPPr>
          </a:lstStyle>
          <a:p>
            <a:pPr rtl="0"/>
            <a:fld id="{294A09A9-5501-47C1-A89A-A340965A2BE2}" type="slidenum">
              <a:rPr lang="ru-RU" smtClean="0"/>
              <a:pPr/>
              <a:t>5</a:t>
            </a:fld>
            <a:endParaRPr lang="ru-RU" dirty="0"/>
          </a:p>
        </p:txBody>
      </p:sp>
      <p:graphicFrame>
        <p:nvGraphicFramePr>
          <p:cNvPr id="13" name="Объект 6" descr="Линейчатая диаграмма">
            <a:extLst>
              <a:ext uri="{FF2B5EF4-FFF2-40B4-BE49-F238E27FC236}">
                <a16:creationId xmlns:a16="http://schemas.microsoft.com/office/drawing/2014/main" id="{526A6C3E-6B91-320F-FB6C-EB636EE49439}"/>
              </a:ext>
            </a:extLst>
          </p:cNvPr>
          <p:cNvGraphicFramePr>
            <a:graphicFrameLocks/>
          </p:cNvGraphicFramePr>
          <p:nvPr>
            <p:extLst>
              <p:ext uri="{D42A27DB-BD31-4B8C-83A1-F6EECF244321}">
                <p14:modId xmlns:p14="http://schemas.microsoft.com/office/powerpoint/2010/main" val="2866206179"/>
              </p:ext>
            </p:extLst>
          </p:nvPr>
        </p:nvGraphicFramePr>
        <p:xfrm>
          <a:off x="6400801" y="1219201"/>
          <a:ext cx="4519735" cy="3145903"/>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1">
            <a:extLst>
              <a:ext uri="{FF2B5EF4-FFF2-40B4-BE49-F238E27FC236}">
                <a16:creationId xmlns:a16="http://schemas.microsoft.com/office/drawing/2014/main" id="{E5BD0B4E-FD89-EB27-F54B-8F3EE639A54E}"/>
              </a:ext>
            </a:extLst>
          </p:cNvPr>
          <p:cNvSpPr>
            <a:spLocks noChangeArrowheads="1"/>
          </p:cNvSpPr>
          <p:nvPr/>
        </p:nvSpPr>
        <p:spPr bwMode="auto">
          <a:xfrm>
            <a:off x="5785674" y="3888017"/>
            <a:ext cx="5616624"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Arial" panose="020B0604020202020204" pitchFamily="34" charset="0"/>
              </a:rPr>
              <a:t>Кнопки "Classic", "</a:t>
            </a:r>
            <a:r>
              <a:rPr kumimoji="0" lang="ru-RU" altLang="ru-RU" sz="1800" b="0" i="0" u="none" strike="noStrike" cap="none" normalizeH="0" baseline="0" dirty="0" err="1">
                <a:ln>
                  <a:noFill/>
                </a:ln>
                <a:solidFill>
                  <a:schemeClr val="tx1"/>
                </a:solidFill>
                <a:effectLst/>
                <a:latin typeface="Arial" panose="020B0604020202020204" pitchFamily="34" charset="0"/>
              </a:rPr>
              <a:t>Adventure</a:t>
            </a:r>
            <a:r>
              <a:rPr kumimoji="0" lang="ru-RU" altLang="ru-RU" sz="1800" b="0" i="0" u="none" strike="noStrike" cap="none" normalizeH="0" baseline="0" dirty="0">
                <a:ln>
                  <a:noFill/>
                </a:ln>
                <a:solidFill>
                  <a:schemeClr val="tx1"/>
                </a:solidFill>
                <a:effectLst/>
                <a:latin typeface="Arial" panose="020B0604020202020204" pitchFamily="34" charset="0"/>
              </a:rPr>
              <a:t>" и "</a:t>
            </a:r>
            <a:r>
              <a:rPr kumimoji="0" lang="ru-RU" altLang="ru-RU" sz="1800" b="0" i="0" u="none" strike="noStrike" cap="none" normalizeH="0" baseline="0" dirty="0" err="1">
                <a:ln>
                  <a:noFill/>
                </a:ln>
                <a:solidFill>
                  <a:schemeClr val="tx1"/>
                </a:solidFill>
                <a:effectLst/>
                <a:latin typeface="Arial" panose="020B0604020202020204" pitchFamily="34" charset="0"/>
              </a:rPr>
              <a:t>Settings</a:t>
            </a:r>
            <a:r>
              <a:rPr kumimoji="0" lang="ru-RU" altLang="ru-RU" sz="1800" b="0" i="0" u="none" strike="noStrike" cap="none" normalizeH="0" baseline="0" dirty="0">
                <a:ln>
                  <a:noFill/>
                </a:ln>
                <a:solidFill>
                  <a:schemeClr val="tx1"/>
                </a:solidFill>
                <a:effectLst/>
                <a:latin typeface="Arial" panose="020B0604020202020204" pitchFamily="34" charset="0"/>
              </a:rPr>
              <a:t>".</a:t>
            </a:r>
            <a:endParaRPr kumimoji="0" lang="en-US" altLang="ru-RU"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Arial" panose="020B0604020202020204" pitchFamily="34" charset="0"/>
              </a:rPr>
              <a:t>Дополнительные кнопки Правила и поддержка авторов</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1800" b="0" i="0" u="none" strike="noStrike" cap="none" normalizeH="0" baseline="0" dirty="0">
                <a:ln>
                  <a:noFill/>
                </a:ln>
                <a:solidFill>
                  <a:schemeClr val="tx1"/>
                </a:solidFill>
                <a:effectLst/>
                <a:latin typeface="Arial" panose="020B0604020202020204" pitchFamily="34" charset="0"/>
              </a:rPr>
              <a:t>Анимация кнопок при наведении. </a:t>
            </a:r>
          </a:p>
        </p:txBody>
      </p:sp>
    </p:spTree>
    <p:extLst>
      <p:ext uri="{BB962C8B-B14F-4D97-AF65-F5344CB8AC3E}">
        <p14:creationId xmlns:p14="http://schemas.microsoft.com/office/powerpoint/2010/main" val="3054500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D441B7-60D7-2BA4-B058-7AB43FA49F72}"/>
              </a:ext>
            </a:extLst>
          </p:cNvPr>
          <p:cNvSpPr>
            <a:spLocks noGrp="1"/>
          </p:cNvSpPr>
          <p:nvPr>
            <p:ph type="title"/>
          </p:nvPr>
        </p:nvSpPr>
        <p:spPr/>
        <p:txBody>
          <a:bodyPr rtlCol="0"/>
          <a:lstStyle>
            <a:defPPr>
              <a:defRPr lang="ru-MO"/>
            </a:defPPr>
          </a:lstStyle>
          <a:p>
            <a:pPr rtl="0"/>
            <a:r>
              <a:rPr lang="en-US" dirty="0"/>
              <a:t>Classic</a:t>
            </a:r>
            <a:endParaRPr lang="ru-RU" dirty="0"/>
          </a:p>
        </p:txBody>
      </p:sp>
      <p:sp>
        <p:nvSpPr>
          <p:cNvPr id="4" name="Нижний колонтитул 3">
            <a:extLst>
              <a:ext uri="{FF2B5EF4-FFF2-40B4-BE49-F238E27FC236}">
                <a16:creationId xmlns:a16="http://schemas.microsoft.com/office/drawing/2014/main" id="{B071DF4C-EB67-6575-7791-C347DD98D341}"/>
              </a:ext>
            </a:extLst>
          </p:cNvPr>
          <p:cNvSpPr>
            <a:spLocks noGrp="1"/>
          </p:cNvSpPr>
          <p:nvPr>
            <p:ph type="ftr" sz="quarter" idx="11"/>
          </p:nvPr>
        </p:nvSpPr>
        <p:spPr>
          <a:xfrm>
            <a:off x="4038600" y="168657"/>
            <a:ext cx="4114800" cy="856526"/>
          </a:xfrm>
        </p:spPr>
        <p:txBody>
          <a:bodyPr rtlCol="0"/>
          <a:lstStyle>
            <a:defPPr>
              <a:defRPr lang="ru-MO"/>
            </a:defPPr>
          </a:lstStyle>
          <a:p>
            <a:pPr rtl="0"/>
            <a:r>
              <a:rPr lang="en-US" sz="1400" dirty="0"/>
              <a:t>Cube Cascade</a:t>
            </a:r>
            <a:endParaRPr lang="ru-RU" sz="1400" dirty="0"/>
          </a:p>
        </p:txBody>
      </p:sp>
      <p:sp>
        <p:nvSpPr>
          <p:cNvPr id="5" name="Номер слайда 4">
            <a:extLst>
              <a:ext uri="{FF2B5EF4-FFF2-40B4-BE49-F238E27FC236}">
                <a16:creationId xmlns:a16="http://schemas.microsoft.com/office/drawing/2014/main" id="{FB6BA244-3A6A-5970-796B-08549B1203D3}"/>
              </a:ext>
            </a:extLst>
          </p:cNvPr>
          <p:cNvSpPr>
            <a:spLocks noGrp="1"/>
          </p:cNvSpPr>
          <p:nvPr>
            <p:ph type="sldNum" sz="quarter" idx="12"/>
          </p:nvPr>
        </p:nvSpPr>
        <p:spPr/>
        <p:txBody>
          <a:bodyPr rtlCol="0"/>
          <a:lstStyle>
            <a:defPPr>
              <a:defRPr lang="ru-MO"/>
            </a:defPPr>
          </a:lstStyle>
          <a:p>
            <a:pPr rtl="0"/>
            <a:fld id="{294A09A9-5501-47C1-A89A-A340965A2BE2}" type="slidenum">
              <a:rPr lang="ru-RU" smtClean="0"/>
              <a:pPr/>
              <a:t>6</a:t>
            </a:fld>
            <a:endParaRPr lang="ru-RU"/>
          </a:p>
        </p:txBody>
      </p:sp>
      <p:pic>
        <p:nvPicPr>
          <p:cNvPr id="8" name="Рисунок 7">
            <a:extLst>
              <a:ext uri="{FF2B5EF4-FFF2-40B4-BE49-F238E27FC236}">
                <a16:creationId xmlns:a16="http://schemas.microsoft.com/office/drawing/2014/main" id="{59D38B17-9449-1434-A5AB-4025BAA03238}"/>
              </a:ext>
            </a:extLst>
          </p:cNvPr>
          <p:cNvPicPr>
            <a:picLocks noChangeAspect="1"/>
          </p:cNvPicPr>
          <p:nvPr/>
        </p:nvPicPr>
        <p:blipFill>
          <a:blip r:embed="rId3"/>
          <a:stretch>
            <a:fillRect/>
          </a:stretch>
        </p:blipFill>
        <p:spPr>
          <a:xfrm>
            <a:off x="3539428" y="2060848"/>
            <a:ext cx="5113143" cy="3838077"/>
          </a:xfrm>
          <a:prstGeom prst="rect">
            <a:avLst/>
          </a:prstGeom>
        </p:spPr>
      </p:pic>
    </p:spTree>
    <p:extLst>
      <p:ext uri="{BB962C8B-B14F-4D97-AF65-F5344CB8AC3E}">
        <p14:creationId xmlns:p14="http://schemas.microsoft.com/office/powerpoint/2010/main" val="772267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1D9359-0F27-5A1A-3FEB-42BA41E916ED}"/>
              </a:ext>
            </a:extLst>
          </p:cNvPr>
          <p:cNvSpPr>
            <a:spLocks noGrp="1"/>
          </p:cNvSpPr>
          <p:nvPr>
            <p:ph type="title"/>
          </p:nvPr>
        </p:nvSpPr>
        <p:spPr>
          <a:xfrm>
            <a:off x="609600" y="582229"/>
            <a:ext cx="10972800" cy="1572768"/>
          </a:xfrm>
        </p:spPr>
        <p:txBody>
          <a:bodyPr/>
          <a:lstStyle/>
          <a:p>
            <a:r>
              <a:rPr lang="en-US" dirty="0"/>
              <a:t>Adventure</a:t>
            </a:r>
            <a:endParaRPr lang="ru-RU" dirty="0"/>
          </a:p>
        </p:txBody>
      </p:sp>
      <p:sp>
        <p:nvSpPr>
          <p:cNvPr id="4" name="Нижний колонтитул 3">
            <a:extLst>
              <a:ext uri="{FF2B5EF4-FFF2-40B4-BE49-F238E27FC236}">
                <a16:creationId xmlns:a16="http://schemas.microsoft.com/office/drawing/2014/main" id="{8A294F26-36C3-AC09-CBFF-931FBD0C7BDF}"/>
              </a:ext>
            </a:extLst>
          </p:cNvPr>
          <p:cNvSpPr>
            <a:spLocks noGrp="1"/>
          </p:cNvSpPr>
          <p:nvPr>
            <p:ph type="ftr" sz="quarter" idx="11"/>
          </p:nvPr>
        </p:nvSpPr>
        <p:spPr>
          <a:xfrm>
            <a:off x="4038600" y="153966"/>
            <a:ext cx="4114800" cy="856526"/>
          </a:xfrm>
        </p:spPr>
        <p:txBody>
          <a:bodyPr/>
          <a:lstStyle/>
          <a:p>
            <a:pPr rtl="0"/>
            <a:r>
              <a:rPr lang="en-US" sz="1400" dirty="0"/>
              <a:t>Cube Cascade</a:t>
            </a:r>
            <a:endParaRPr lang="ru-RU" sz="1400" noProof="0" dirty="0"/>
          </a:p>
        </p:txBody>
      </p:sp>
      <p:sp>
        <p:nvSpPr>
          <p:cNvPr id="5" name="Номер слайда 4">
            <a:extLst>
              <a:ext uri="{FF2B5EF4-FFF2-40B4-BE49-F238E27FC236}">
                <a16:creationId xmlns:a16="http://schemas.microsoft.com/office/drawing/2014/main" id="{2E61B3E7-BAF6-9D4B-06B1-9ECE4D4530CE}"/>
              </a:ext>
            </a:extLst>
          </p:cNvPr>
          <p:cNvSpPr>
            <a:spLocks noGrp="1"/>
          </p:cNvSpPr>
          <p:nvPr>
            <p:ph type="sldNum" sz="quarter" idx="12"/>
          </p:nvPr>
        </p:nvSpPr>
        <p:spPr/>
        <p:txBody>
          <a:bodyPr/>
          <a:lstStyle/>
          <a:p>
            <a:pPr rtl="0"/>
            <a:fld id="{294A09A9-5501-47C1-A89A-A340965A2BE2}" type="slidenum">
              <a:rPr lang="ru-RU" noProof="0" smtClean="0"/>
              <a:t>7</a:t>
            </a:fld>
            <a:endParaRPr lang="ru-RU" noProof="0"/>
          </a:p>
        </p:txBody>
      </p:sp>
      <p:pic>
        <p:nvPicPr>
          <p:cNvPr id="7" name="Рисунок 6">
            <a:extLst>
              <a:ext uri="{FF2B5EF4-FFF2-40B4-BE49-F238E27FC236}">
                <a16:creationId xmlns:a16="http://schemas.microsoft.com/office/drawing/2014/main" id="{C3B41EEE-84FD-FBF3-F907-DC6687D0FD57}"/>
              </a:ext>
            </a:extLst>
          </p:cNvPr>
          <p:cNvPicPr>
            <a:picLocks noChangeAspect="1"/>
          </p:cNvPicPr>
          <p:nvPr/>
        </p:nvPicPr>
        <p:blipFill>
          <a:blip r:embed="rId2"/>
          <a:stretch>
            <a:fillRect/>
          </a:stretch>
        </p:blipFill>
        <p:spPr>
          <a:xfrm>
            <a:off x="3251393" y="1844824"/>
            <a:ext cx="5689214" cy="4030761"/>
          </a:xfrm>
          <a:prstGeom prst="rect">
            <a:avLst/>
          </a:prstGeom>
        </p:spPr>
      </p:pic>
    </p:spTree>
    <p:extLst>
      <p:ext uri="{BB962C8B-B14F-4D97-AF65-F5344CB8AC3E}">
        <p14:creationId xmlns:p14="http://schemas.microsoft.com/office/powerpoint/2010/main" val="1562980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Заголовок 15">
            <a:extLst>
              <a:ext uri="{FF2B5EF4-FFF2-40B4-BE49-F238E27FC236}">
                <a16:creationId xmlns:a16="http://schemas.microsoft.com/office/drawing/2014/main" id="{599B5F29-ED3B-9B44-DBBE-FD28EE7733A7}"/>
              </a:ext>
            </a:extLst>
          </p:cNvPr>
          <p:cNvSpPr>
            <a:spLocks noGrp="1"/>
          </p:cNvSpPr>
          <p:nvPr>
            <p:ph type="title"/>
          </p:nvPr>
        </p:nvSpPr>
        <p:spPr/>
        <p:txBody>
          <a:bodyPr rtlCol="0"/>
          <a:lstStyle>
            <a:defPPr>
              <a:defRPr lang="ru-MO"/>
            </a:defPPr>
          </a:lstStyle>
          <a:p>
            <a:pPr rtl="0"/>
            <a:r>
              <a:rPr lang="ru-RU" dirty="0"/>
              <a:t>Архитектура проекта</a:t>
            </a:r>
          </a:p>
        </p:txBody>
      </p:sp>
      <p:sp>
        <p:nvSpPr>
          <p:cNvPr id="2" name="Нижний колонтитул 1">
            <a:extLst>
              <a:ext uri="{FF2B5EF4-FFF2-40B4-BE49-F238E27FC236}">
                <a16:creationId xmlns:a16="http://schemas.microsoft.com/office/drawing/2014/main" id="{91A8AD5F-DCF2-F71C-E7E2-C2FD42878531}"/>
              </a:ext>
            </a:extLst>
          </p:cNvPr>
          <p:cNvSpPr>
            <a:spLocks noGrp="1"/>
          </p:cNvSpPr>
          <p:nvPr>
            <p:ph type="ftr" sz="quarter" idx="11"/>
          </p:nvPr>
        </p:nvSpPr>
        <p:spPr>
          <a:xfrm>
            <a:off x="4038600" y="127849"/>
            <a:ext cx="4114800" cy="856526"/>
          </a:xfrm>
        </p:spPr>
        <p:txBody>
          <a:bodyPr rtlCol="0"/>
          <a:lstStyle>
            <a:defPPr>
              <a:defRPr lang="ru-MO"/>
            </a:defPPr>
          </a:lstStyle>
          <a:p>
            <a:pPr rtl="0"/>
            <a:r>
              <a:rPr lang="en-US" sz="1400" dirty="0"/>
              <a:t>Cube Cascade</a:t>
            </a:r>
            <a:endParaRPr lang="ru-RU" sz="1400" dirty="0"/>
          </a:p>
        </p:txBody>
      </p:sp>
      <p:sp>
        <p:nvSpPr>
          <p:cNvPr id="8" name="Текст 7">
            <a:extLst>
              <a:ext uri="{FF2B5EF4-FFF2-40B4-BE49-F238E27FC236}">
                <a16:creationId xmlns:a16="http://schemas.microsoft.com/office/drawing/2014/main" id="{F07ACA27-076A-FAA7-417C-5BC0A85F36AF}"/>
              </a:ext>
            </a:extLst>
          </p:cNvPr>
          <p:cNvSpPr>
            <a:spLocks noGrp="1"/>
          </p:cNvSpPr>
          <p:nvPr>
            <p:ph type="body" sz="quarter" idx="17"/>
          </p:nvPr>
        </p:nvSpPr>
        <p:spPr>
          <a:xfrm>
            <a:off x="858956" y="2415263"/>
            <a:ext cx="2286000" cy="274320"/>
          </a:xfrm>
        </p:spPr>
        <p:txBody>
          <a:bodyPr rtlCol="0"/>
          <a:lstStyle>
            <a:defPPr>
              <a:defRPr lang="ru-MO"/>
            </a:defPPr>
          </a:lstStyle>
          <a:p>
            <a:pPr rtl="0"/>
            <a:r>
              <a:rPr lang="ru-RU" sz="2000" dirty="0"/>
              <a:t>модули</a:t>
            </a:r>
          </a:p>
        </p:txBody>
      </p:sp>
      <p:sp>
        <p:nvSpPr>
          <p:cNvPr id="9" name="Текст 8">
            <a:extLst>
              <a:ext uri="{FF2B5EF4-FFF2-40B4-BE49-F238E27FC236}">
                <a16:creationId xmlns:a16="http://schemas.microsoft.com/office/drawing/2014/main" id="{D59ACCB8-2E44-8B01-9BCD-7AD37DA20F2E}"/>
              </a:ext>
            </a:extLst>
          </p:cNvPr>
          <p:cNvSpPr>
            <a:spLocks noGrp="1"/>
          </p:cNvSpPr>
          <p:nvPr>
            <p:ph type="body" sz="quarter" idx="18"/>
          </p:nvPr>
        </p:nvSpPr>
        <p:spPr>
          <a:xfrm>
            <a:off x="858956" y="2754014"/>
            <a:ext cx="2286000" cy="674986"/>
          </a:xfrm>
        </p:spPr>
        <p:txBody>
          <a:bodyPr rtlCol="0"/>
          <a:lstStyle>
            <a:defPPr>
              <a:defRPr lang="ru-MO"/>
            </a:defPPr>
          </a:lstStyle>
          <a:p>
            <a:pPr rtl="0">
              <a:lnSpc>
                <a:spcPct val="150000"/>
              </a:lnSpc>
            </a:pPr>
            <a:r>
              <a:rPr lang="en-US" sz="1400" i="1" dirty="0" err="1"/>
              <a:t>PyGame</a:t>
            </a:r>
            <a:endParaRPr lang="en-US" sz="1400" i="1" dirty="0"/>
          </a:p>
          <a:p>
            <a:pPr rtl="0">
              <a:lnSpc>
                <a:spcPct val="150000"/>
              </a:lnSpc>
            </a:pPr>
            <a:r>
              <a:rPr lang="en-US" sz="1400" i="1" dirty="0"/>
              <a:t>SQLite</a:t>
            </a:r>
            <a:endParaRPr lang="ru-RU" sz="1400" i="1" dirty="0"/>
          </a:p>
        </p:txBody>
      </p:sp>
      <p:sp>
        <p:nvSpPr>
          <p:cNvPr id="10" name="Текст 9">
            <a:extLst>
              <a:ext uri="{FF2B5EF4-FFF2-40B4-BE49-F238E27FC236}">
                <a16:creationId xmlns:a16="http://schemas.microsoft.com/office/drawing/2014/main" id="{5670C16D-9661-482A-986D-0D6CB98AB869}"/>
              </a:ext>
            </a:extLst>
          </p:cNvPr>
          <p:cNvSpPr>
            <a:spLocks noGrp="1"/>
          </p:cNvSpPr>
          <p:nvPr>
            <p:ph type="body" sz="quarter" idx="19"/>
          </p:nvPr>
        </p:nvSpPr>
        <p:spPr>
          <a:xfrm>
            <a:off x="3627305" y="2415263"/>
            <a:ext cx="2286000" cy="274320"/>
          </a:xfrm>
        </p:spPr>
        <p:txBody>
          <a:bodyPr rtlCol="0"/>
          <a:lstStyle>
            <a:defPPr>
              <a:defRPr lang="ru-MO"/>
            </a:defPPr>
          </a:lstStyle>
          <a:p>
            <a:r>
              <a:rPr lang="ru-RU" sz="2000" dirty="0"/>
              <a:t>классы</a:t>
            </a:r>
          </a:p>
        </p:txBody>
      </p:sp>
      <p:sp>
        <p:nvSpPr>
          <p:cNvPr id="11" name="Текст 10">
            <a:extLst>
              <a:ext uri="{FF2B5EF4-FFF2-40B4-BE49-F238E27FC236}">
                <a16:creationId xmlns:a16="http://schemas.microsoft.com/office/drawing/2014/main" id="{22115526-AEC6-C024-712E-E6CC8FB60E4D}"/>
              </a:ext>
            </a:extLst>
          </p:cNvPr>
          <p:cNvSpPr>
            <a:spLocks noGrp="1"/>
          </p:cNvSpPr>
          <p:nvPr>
            <p:ph type="body" sz="quarter" idx="20"/>
          </p:nvPr>
        </p:nvSpPr>
        <p:spPr>
          <a:xfrm>
            <a:off x="3627305" y="2754014"/>
            <a:ext cx="2286000" cy="1388220"/>
          </a:xfrm>
        </p:spPr>
        <p:txBody>
          <a:bodyPr rtlCol="0"/>
          <a:lstStyle>
            <a:defPPr>
              <a:defRPr lang="ru-MO"/>
            </a:defPPr>
          </a:lstStyle>
          <a:p>
            <a:pPr>
              <a:lnSpc>
                <a:spcPct val="150000"/>
              </a:lnSpc>
            </a:pPr>
            <a:r>
              <a:rPr lang="en-US" sz="1400" i="1" dirty="0"/>
              <a:t>Grid</a:t>
            </a:r>
          </a:p>
          <a:p>
            <a:pPr>
              <a:lnSpc>
                <a:spcPct val="150000"/>
              </a:lnSpc>
            </a:pPr>
            <a:r>
              <a:rPr lang="en-US" sz="1400" i="1" dirty="0"/>
              <a:t>Shape</a:t>
            </a:r>
          </a:p>
          <a:p>
            <a:pPr>
              <a:lnSpc>
                <a:spcPct val="150000"/>
              </a:lnSpc>
            </a:pPr>
            <a:r>
              <a:rPr lang="en-US" sz="1400" i="1" dirty="0"/>
              <a:t>Button</a:t>
            </a:r>
          </a:p>
          <a:p>
            <a:pPr>
              <a:lnSpc>
                <a:spcPct val="150000"/>
              </a:lnSpc>
            </a:pPr>
            <a:r>
              <a:rPr lang="en-US" sz="1400" i="1" dirty="0"/>
              <a:t>Adventure</a:t>
            </a:r>
            <a:endParaRPr lang="ru-RU" sz="1400" i="1" dirty="0"/>
          </a:p>
        </p:txBody>
      </p:sp>
      <p:sp>
        <p:nvSpPr>
          <p:cNvPr id="12" name="Текст 11">
            <a:extLst>
              <a:ext uri="{FF2B5EF4-FFF2-40B4-BE49-F238E27FC236}">
                <a16:creationId xmlns:a16="http://schemas.microsoft.com/office/drawing/2014/main" id="{E26CB388-D0E5-9548-A57B-8A5352089E15}"/>
              </a:ext>
            </a:extLst>
          </p:cNvPr>
          <p:cNvSpPr>
            <a:spLocks noGrp="1"/>
          </p:cNvSpPr>
          <p:nvPr>
            <p:ph type="body" sz="quarter" idx="21"/>
          </p:nvPr>
        </p:nvSpPr>
        <p:spPr>
          <a:xfrm>
            <a:off x="6017915" y="2456553"/>
            <a:ext cx="2969912" cy="233030"/>
          </a:xfrm>
        </p:spPr>
        <p:txBody>
          <a:bodyPr rtlCol="0"/>
          <a:lstStyle>
            <a:defPPr>
              <a:defRPr lang="ru-MO"/>
            </a:defPPr>
          </a:lstStyle>
          <a:p>
            <a:r>
              <a:rPr lang="ru-RU" sz="2000" dirty="0"/>
              <a:t>технологии</a:t>
            </a:r>
          </a:p>
        </p:txBody>
      </p:sp>
      <p:sp>
        <p:nvSpPr>
          <p:cNvPr id="13" name="Текст 12">
            <a:extLst>
              <a:ext uri="{FF2B5EF4-FFF2-40B4-BE49-F238E27FC236}">
                <a16:creationId xmlns:a16="http://schemas.microsoft.com/office/drawing/2014/main" id="{7DA1EEF4-1C46-B9FD-302F-61FC0265F748}"/>
              </a:ext>
            </a:extLst>
          </p:cNvPr>
          <p:cNvSpPr>
            <a:spLocks noGrp="1"/>
          </p:cNvSpPr>
          <p:nvPr>
            <p:ph type="body" sz="quarter" idx="22"/>
          </p:nvPr>
        </p:nvSpPr>
        <p:spPr>
          <a:xfrm>
            <a:off x="6359871" y="2751728"/>
            <a:ext cx="2286000" cy="1388220"/>
          </a:xfrm>
        </p:spPr>
        <p:txBody>
          <a:bodyPr rtlCol="0"/>
          <a:lstStyle>
            <a:defPPr>
              <a:defRPr lang="ru-MO"/>
            </a:defPPr>
          </a:lstStyle>
          <a:p>
            <a:pPr rtl="0">
              <a:lnSpc>
                <a:spcPct val="150000"/>
              </a:lnSpc>
            </a:pPr>
            <a:r>
              <a:rPr lang="en-US" sz="1400" i="1" dirty="0"/>
              <a:t>Python 3</a:t>
            </a:r>
          </a:p>
          <a:p>
            <a:pPr rtl="0">
              <a:lnSpc>
                <a:spcPct val="150000"/>
              </a:lnSpc>
            </a:pPr>
            <a:r>
              <a:rPr lang="en-US" sz="1400" i="1" dirty="0" err="1"/>
              <a:t>PyGame</a:t>
            </a:r>
            <a:endParaRPr lang="en-US" sz="1400" i="1" dirty="0"/>
          </a:p>
          <a:p>
            <a:pPr rtl="0">
              <a:lnSpc>
                <a:spcPct val="150000"/>
              </a:lnSpc>
            </a:pPr>
            <a:r>
              <a:rPr lang="en-US" sz="1400" i="1" dirty="0"/>
              <a:t>SQLite Studio</a:t>
            </a:r>
          </a:p>
          <a:p>
            <a:pPr rtl="0">
              <a:lnSpc>
                <a:spcPct val="150000"/>
              </a:lnSpc>
            </a:pPr>
            <a:r>
              <a:rPr lang="en-US" sz="1400" i="1" dirty="0"/>
              <a:t>Random</a:t>
            </a:r>
          </a:p>
        </p:txBody>
      </p:sp>
      <p:sp>
        <p:nvSpPr>
          <p:cNvPr id="14" name="Текст 13">
            <a:extLst>
              <a:ext uri="{FF2B5EF4-FFF2-40B4-BE49-F238E27FC236}">
                <a16:creationId xmlns:a16="http://schemas.microsoft.com/office/drawing/2014/main" id="{519D9E81-2623-349E-904D-8BF6ECE353BA}"/>
              </a:ext>
            </a:extLst>
          </p:cNvPr>
          <p:cNvSpPr>
            <a:spLocks noGrp="1"/>
          </p:cNvSpPr>
          <p:nvPr>
            <p:ph type="body" sz="quarter" idx="23"/>
          </p:nvPr>
        </p:nvSpPr>
        <p:spPr>
          <a:xfrm>
            <a:off x="9095930" y="2418762"/>
            <a:ext cx="2286000" cy="274320"/>
          </a:xfrm>
        </p:spPr>
        <p:txBody>
          <a:bodyPr rtlCol="0"/>
          <a:lstStyle>
            <a:defPPr>
              <a:defRPr lang="ru-MO"/>
            </a:defPPr>
          </a:lstStyle>
          <a:p>
            <a:r>
              <a:rPr lang="ru-RU" sz="2000" dirty="0"/>
              <a:t>таблицы</a:t>
            </a:r>
          </a:p>
        </p:txBody>
      </p:sp>
      <p:sp>
        <p:nvSpPr>
          <p:cNvPr id="15" name="Текст 14">
            <a:extLst>
              <a:ext uri="{FF2B5EF4-FFF2-40B4-BE49-F238E27FC236}">
                <a16:creationId xmlns:a16="http://schemas.microsoft.com/office/drawing/2014/main" id="{2FC00352-D201-B54A-FE76-985161F19FEC}"/>
              </a:ext>
            </a:extLst>
          </p:cNvPr>
          <p:cNvSpPr>
            <a:spLocks noGrp="1"/>
          </p:cNvSpPr>
          <p:nvPr>
            <p:ph type="body" sz="quarter" idx="24"/>
          </p:nvPr>
        </p:nvSpPr>
        <p:spPr>
          <a:xfrm>
            <a:off x="9128220" y="2767534"/>
            <a:ext cx="2286000" cy="1741586"/>
          </a:xfrm>
        </p:spPr>
        <p:txBody>
          <a:bodyPr rtlCol="0"/>
          <a:lstStyle>
            <a:defPPr>
              <a:defRPr lang="ru-MO"/>
            </a:defPPr>
          </a:lstStyle>
          <a:p>
            <a:pPr>
              <a:lnSpc>
                <a:spcPct val="150000"/>
              </a:lnSpc>
            </a:pPr>
            <a:r>
              <a:rPr lang="en-US" sz="1400" i="1" dirty="0"/>
              <a:t>Adventure grid</a:t>
            </a:r>
          </a:p>
          <a:p>
            <a:pPr>
              <a:lnSpc>
                <a:spcPct val="150000"/>
              </a:lnSpc>
            </a:pPr>
            <a:r>
              <a:rPr lang="en-US" sz="1400" i="1" dirty="0"/>
              <a:t>Classic grid</a:t>
            </a:r>
          </a:p>
          <a:p>
            <a:pPr>
              <a:lnSpc>
                <a:spcPct val="150000"/>
              </a:lnSpc>
            </a:pPr>
            <a:r>
              <a:rPr lang="en-US" sz="1400" i="1" dirty="0"/>
              <a:t>Levels</a:t>
            </a:r>
          </a:p>
          <a:p>
            <a:pPr>
              <a:lnSpc>
                <a:spcPct val="150000"/>
              </a:lnSpc>
            </a:pPr>
            <a:r>
              <a:rPr lang="en-US" sz="1400" i="1" dirty="0"/>
              <a:t>Pieces</a:t>
            </a:r>
          </a:p>
          <a:p>
            <a:pPr>
              <a:lnSpc>
                <a:spcPct val="150000"/>
              </a:lnSpc>
            </a:pPr>
            <a:r>
              <a:rPr lang="en-US" sz="1400" i="1" dirty="0"/>
              <a:t>Scores</a:t>
            </a:r>
          </a:p>
        </p:txBody>
      </p:sp>
      <p:sp>
        <p:nvSpPr>
          <p:cNvPr id="3" name="Номер слайда 2">
            <a:extLst>
              <a:ext uri="{FF2B5EF4-FFF2-40B4-BE49-F238E27FC236}">
                <a16:creationId xmlns:a16="http://schemas.microsoft.com/office/drawing/2014/main" id="{C11CC6B6-E9D4-1736-ABF6-727D2464A975}"/>
              </a:ext>
            </a:extLst>
          </p:cNvPr>
          <p:cNvSpPr>
            <a:spLocks noGrp="1"/>
          </p:cNvSpPr>
          <p:nvPr>
            <p:ph type="sldNum" sz="quarter" idx="12"/>
          </p:nvPr>
        </p:nvSpPr>
        <p:spPr/>
        <p:txBody>
          <a:bodyPr rtlCol="0"/>
          <a:lstStyle>
            <a:defPPr>
              <a:defRPr lang="ru-MO"/>
            </a:defPPr>
          </a:lstStyle>
          <a:p>
            <a:pPr rtl="0"/>
            <a:fld id="{294A09A9-5501-47C1-A89A-A340965A2BE2}" type="slidenum">
              <a:rPr lang="ru-RU" smtClean="0"/>
              <a:pPr rtl="0"/>
              <a:t>8</a:t>
            </a:fld>
            <a:endParaRPr lang="ru-RU"/>
          </a:p>
        </p:txBody>
      </p:sp>
    </p:spTree>
    <p:extLst>
      <p:ext uri="{BB962C8B-B14F-4D97-AF65-F5344CB8AC3E}">
        <p14:creationId xmlns:p14="http://schemas.microsoft.com/office/powerpoint/2010/main" val="4028410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737D19-4D60-B5D0-74C9-46A5D81261BB}"/>
              </a:ext>
            </a:extLst>
          </p:cNvPr>
          <p:cNvSpPr>
            <a:spLocks noGrp="1"/>
          </p:cNvSpPr>
          <p:nvPr>
            <p:ph type="title"/>
          </p:nvPr>
        </p:nvSpPr>
        <p:spPr>
          <a:xfrm>
            <a:off x="612648" y="725005"/>
            <a:ext cx="10972800" cy="1572768"/>
          </a:xfrm>
        </p:spPr>
        <p:txBody>
          <a:bodyPr rtlCol="0"/>
          <a:lstStyle>
            <a:defPPr>
              <a:defRPr lang="ru-MO"/>
            </a:defPPr>
          </a:lstStyle>
          <a:p>
            <a:pPr rtl="0"/>
            <a:r>
              <a:rPr lang="ru-RU" dirty="0"/>
              <a:t>Визуальные и звуковые эффекты</a:t>
            </a:r>
          </a:p>
        </p:txBody>
      </p:sp>
      <p:sp>
        <p:nvSpPr>
          <p:cNvPr id="7" name="Нижний колонтитул 6">
            <a:extLst>
              <a:ext uri="{FF2B5EF4-FFF2-40B4-BE49-F238E27FC236}">
                <a16:creationId xmlns:a16="http://schemas.microsoft.com/office/drawing/2014/main" id="{C9F924E8-B6E6-C266-842D-422148E57074}"/>
              </a:ext>
            </a:extLst>
          </p:cNvPr>
          <p:cNvSpPr>
            <a:spLocks noGrp="1"/>
          </p:cNvSpPr>
          <p:nvPr>
            <p:ph type="ftr" sz="quarter" idx="11"/>
          </p:nvPr>
        </p:nvSpPr>
        <p:spPr>
          <a:xfrm>
            <a:off x="4038600" y="114393"/>
            <a:ext cx="4114800" cy="856526"/>
          </a:xfrm>
        </p:spPr>
        <p:txBody>
          <a:bodyPr rtlCol="0"/>
          <a:lstStyle>
            <a:defPPr>
              <a:defRPr lang="ru-MO"/>
            </a:defPPr>
          </a:lstStyle>
          <a:p>
            <a:pPr rtl="0"/>
            <a:r>
              <a:rPr lang="en-US" sz="1400" dirty="0"/>
              <a:t>Cube Cascade</a:t>
            </a:r>
            <a:endParaRPr lang="ru-RU" sz="1400" dirty="0"/>
          </a:p>
        </p:txBody>
      </p:sp>
      <p:sp>
        <p:nvSpPr>
          <p:cNvPr id="3" name="Текст 2">
            <a:extLst>
              <a:ext uri="{FF2B5EF4-FFF2-40B4-BE49-F238E27FC236}">
                <a16:creationId xmlns:a16="http://schemas.microsoft.com/office/drawing/2014/main" id="{9B0814BF-E9DC-8615-1CF0-1112CBD60A66}"/>
              </a:ext>
            </a:extLst>
          </p:cNvPr>
          <p:cNvSpPr>
            <a:spLocks noGrp="1"/>
          </p:cNvSpPr>
          <p:nvPr>
            <p:ph type="body" idx="1"/>
          </p:nvPr>
        </p:nvSpPr>
        <p:spPr/>
        <p:txBody>
          <a:bodyPr rtlCol="0"/>
          <a:lstStyle>
            <a:defPPr>
              <a:defRPr lang="ru-MO"/>
            </a:defPPr>
          </a:lstStyle>
          <a:p>
            <a:pPr rtl="0"/>
            <a:r>
              <a:rPr lang="ru-RU" sz="1400" dirty="0"/>
              <a:t>Динамика</a:t>
            </a:r>
          </a:p>
        </p:txBody>
      </p:sp>
      <p:sp>
        <p:nvSpPr>
          <p:cNvPr id="23" name="Объект 22">
            <a:extLst>
              <a:ext uri="{FF2B5EF4-FFF2-40B4-BE49-F238E27FC236}">
                <a16:creationId xmlns:a16="http://schemas.microsoft.com/office/drawing/2014/main" id="{2C051FD2-C541-D8EE-D263-DFD01AD1C602}"/>
              </a:ext>
            </a:extLst>
          </p:cNvPr>
          <p:cNvSpPr>
            <a:spLocks noGrp="1"/>
          </p:cNvSpPr>
          <p:nvPr>
            <p:ph sz="half" idx="2"/>
          </p:nvPr>
        </p:nvSpPr>
        <p:spPr/>
        <p:txBody>
          <a:bodyPr rtlCol="0"/>
          <a:lstStyle>
            <a:defPPr>
              <a:defRPr lang="ru-MO"/>
            </a:defPPr>
          </a:lstStyle>
          <a:p>
            <a:pPr rtl="0"/>
            <a:r>
              <a:rPr lang="ru-RU" sz="1300" dirty="0"/>
              <a:t>Заголовок переливается цветами радуги.</a:t>
            </a:r>
          </a:p>
          <a:p>
            <a:pPr rtl="0"/>
            <a:endParaRPr lang="ru-RU" dirty="0"/>
          </a:p>
        </p:txBody>
      </p:sp>
      <p:sp>
        <p:nvSpPr>
          <p:cNvPr id="5" name="Текст 4">
            <a:extLst>
              <a:ext uri="{FF2B5EF4-FFF2-40B4-BE49-F238E27FC236}">
                <a16:creationId xmlns:a16="http://schemas.microsoft.com/office/drawing/2014/main" id="{4714EE7D-83C7-DE47-C100-0904BB907007}"/>
              </a:ext>
            </a:extLst>
          </p:cNvPr>
          <p:cNvSpPr>
            <a:spLocks noGrp="1"/>
          </p:cNvSpPr>
          <p:nvPr>
            <p:ph type="body" sz="quarter" idx="3"/>
          </p:nvPr>
        </p:nvSpPr>
        <p:spPr/>
        <p:txBody>
          <a:bodyPr rtlCol="0"/>
          <a:lstStyle>
            <a:defPPr>
              <a:defRPr lang="ru-MO"/>
            </a:defPPr>
          </a:lstStyle>
          <a:p>
            <a:pPr rtl="0"/>
            <a:r>
              <a:rPr lang="ru-RU" sz="1400" dirty="0"/>
              <a:t>Анимация</a:t>
            </a:r>
          </a:p>
        </p:txBody>
      </p:sp>
      <p:sp>
        <p:nvSpPr>
          <p:cNvPr id="24" name="Объект 23">
            <a:extLst>
              <a:ext uri="{FF2B5EF4-FFF2-40B4-BE49-F238E27FC236}">
                <a16:creationId xmlns:a16="http://schemas.microsoft.com/office/drawing/2014/main" id="{61DE34F0-9D00-D163-584E-9738310DB6BC}"/>
              </a:ext>
            </a:extLst>
          </p:cNvPr>
          <p:cNvSpPr>
            <a:spLocks noGrp="1"/>
          </p:cNvSpPr>
          <p:nvPr>
            <p:ph sz="quarter" idx="4"/>
          </p:nvPr>
        </p:nvSpPr>
        <p:spPr/>
        <p:txBody>
          <a:bodyPr rtlCol="0"/>
          <a:lstStyle>
            <a:defPPr>
              <a:defRPr lang="ru-MO"/>
            </a:defPPr>
          </a:lstStyle>
          <a:p>
            <a:pPr lvl="0" rtl="0"/>
            <a:r>
              <a:rPr lang="ru-RU" sz="1300" dirty="0"/>
              <a:t>Плавное увеличение кнопок при наведении.</a:t>
            </a:r>
          </a:p>
        </p:txBody>
      </p:sp>
      <p:sp>
        <p:nvSpPr>
          <p:cNvPr id="9" name="Текст 8">
            <a:extLst>
              <a:ext uri="{FF2B5EF4-FFF2-40B4-BE49-F238E27FC236}">
                <a16:creationId xmlns:a16="http://schemas.microsoft.com/office/drawing/2014/main" id="{310ADB9E-1121-2450-35D1-8486C9BC3613}"/>
              </a:ext>
            </a:extLst>
          </p:cNvPr>
          <p:cNvSpPr>
            <a:spLocks noGrp="1"/>
          </p:cNvSpPr>
          <p:nvPr>
            <p:ph type="body" sz="quarter" idx="13"/>
          </p:nvPr>
        </p:nvSpPr>
        <p:spPr/>
        <p:txBody>
          <a:bodyPr rtlCol="0"/>
          <a:lstStyle>
            <a:defPPr>
              <a:defRPr lang="ru-MO"/>
            </a:defPPr>
          </a:lstStyle>
          <a:p>
            <a:pPr rtl="0"/>
            <a:r>
              <a:rPr lang="ru-RU" sz="1400" dirty="0"/>
              <a:t>Новый год</a:t>
            </a:r>
          </a:p>
        </p:txBody>
      </p:sp>
      <p:sp>
        <p:nvSpPr>
          <p:cNvPr id="25" name="Объект 24">
            <a:extLst>
              <a:ext uri="{FF2B5EF4-FFF2-40B4-BE49-F238E27FC236}">
                <a16:creationId xmlns:a16="http://schemas.microsoft.com/office/drawing/2014/main" id="{3F1B077F-4F6F-1F99-B5B6-BF27786BBA9F}"/>
              </a:ext>
            </a:extLst>
          </p:cNvPr>
          <p:cNvSpPr>
            <a:spLocks noGrp="1"/>
          </p:cNvSpPr>
          <p:nvPr>
            <p:ph sz="quarter" idx="14"/>
          </p:nvPr>
        </p:nvSpPr>
        <p:spPr/>
        <p:txBody>
          <a:bodyPr rtlCol="0"/>
          <a:lstStyle>
            <a:defPPr>
              <a:defRPr lang="ru-MO"/>
            </a:defPPr>
          </a:lstStyle>
          <a:p>
            <a:pPr lvl="0" rtl="0"/>
            <a:r>
              <a:rPr lang="ru-RU" sz="1300" dirty="0"/>
              <a:t>Снежинки украшают фон игрового меню.</a:t>
            </a:r>
          </a:p>
        </p:txBody>
      </p:sp>
      <p:sp>
        <p:nvSpPr>
          <p:cNvPr id="11" name="Текст 10">
            <a:extLst>
              <a:ext uri="{FF2B5EF4-FFF2-40B4-BE49-F238E27FC236}">
                <a16:creationId xmlns:a16="http://schemas.microsoft.com/office/drawing/2014/main" id="{FAA4C0B8-3B41-049C-EA95-B5BC48C10C66}"/>
              </a:ext>
            </a:extLst>
          </p:cNvPr>
          <p:cNvSpPr>
            <a:spLocks noGrp="1"/>
          </p:cNvSpPr>
          <p:nvPr>
            <p:ph type="body" sz="quarter" idx="15"/>
          </p:nvPr>
        </p:nvSpPr>
        <p:spPr/>
        <p:txBody>
          <a:bodyPr rtlCol="0"/>
          <a:lstStyle>
            <a:defPPr>
              <a:defRPr lang="ru-MO"/>
            </a:defPPr>
          </a:lstStyle>
          <a:p>
            <a:pPr rtl="0"/>
            <a:r>
              <a:rPr lang="ru-RU" sz="1400" dirty="0"/>
              <a:t>Цвета</a:t>
            </a:r>
          </a:p>
        </p:txBody>
      </p:sp>
      <p:sp>
        <p:nvSpPr>
          <p:cNvPr id="26" name="Объект 25">
            <a:extLst>
              <a:ext uri="{FF2B5EF4-FFF2-40B4-BE49-F238E27FC236}">
                <a16:creationId xmlns:a16="http://schemas.microsoft.com/office/drawing/2014/main" id="{6ACBEE98-EEED-F89F-8CC0-E8497F8E546E}"/>
              </a:ext>
            </a:extLst>
          </p:cNvPr>
          <p:cNvSpPr>
            <a:spLocks noGrp="1"/>
          </p:cNvSpPr>
          <p:nvPr>
            <p:ph sz="quarter" idx="16"/>
          </p:nvPr>
        </p:nvSpPr>
        <p:spPr/>
        <p:txBody>
          <a:bodyPr rtlCol="0"/>
          <a:lstStyle>
            <a:defPPr>
              <a:defRPr lang="ru-MO"/>
            </a:defPPr>
          </a:lstStyle>
          <a:p>
            <a:pPr lvl="0" rtl="0"/>
            <a:r>
              <a:rPr lang="ru-RU" sz="1300" dirty="0"/>
              <a:t>Фигурки при генерации имеют яркие цвета.</a:t>
            </a:r>
          </a:p>
        </p:txBody>
      </p:sp>
      <p:sp>
        <p:nvSpPr>
          <p:cNvPr id="13" name="Текст 12">
            <a:extLst>
              <a:ext uri="{FF2B5EF4-FFF2-40B4-BE49-F238E27FC236}">
                <a16:creationId xmlns:a16="http://schemas.microsoft.com/office/drawing/2014/main" id="{8850A56B-786B-E4E2-77AC-8193D264E2FE}"/>
              </a:ext>
            </a:extLst>
          </p:cNvPr>
          <p:cNvSpPr>
            <a:spLocks noGrp="1"/>
          </p:cNvSpPr>
          <p:nvPr>
            <p:ph type="body" sz="quarter" idx="17"/>
          </p:nvPr>
        </p:nvSpPr>
        <p:spPr/>
        <p:txBody>
          <a:bodyPr rtlCol="0"/>
          <a:lstStyle>
            <a:defPPr>
              <a:defRPr lang="ru-MO"/>
            </a:defPPr>
          </a:lstStyle>
          <a:p>
            <a:pPr rtl="0"/>
            <a:r>
              <a:rPr lang="ru-RU" sz="1400" dirty="0"/>
              <a:t>Музыка</a:t>
            </a:r>
          </a:p>
        </p:txBody>
      </p:sp>
      <p:sp>
        <p:nvSpPr>
          <p:cNvPr id="27" name="Объект 26">
            <a:extLst>
              <a:ext uri="{FF2B5EF4-FFF2-40B4-BE49-F238E27FC236}">
                <a16:creationId xmlns:a16="http://schemas.microsoft.com/office/drawing/2014/main" id="{5D63848E-7E38-C88A-D15E-40DF95AB07BB}"/>
              </a:ext>
            </a:extLst>
          </p:cNvPr>
          <p:cNvSpPr>
            <a:spLocks noGrp="1"/>
          </p:cNvSpPr>
          <p:nvPr>
            <p:ph sz="quarter" idx="18"/>
          </p:nvPr>
        </p:nvSpPr>
        <p:spPr/>
        <p:txBody>
          <a:bodyPr rtlCol="0"/>
          <a:lstStyle>
            <a:defPPr>
              <a:defRPr lang="ru-MO"/>
            </a:defPPr>
          </a:lstStyle>
          <a:p>
            <a:pPr lvl="0" rtl="0"/>
            <a:r>
              <a:rPr lang="ru-RU" sz="1300" dirty="0"/>
              <a:t>Музыкальные эффекты насыщают игру жизнью и динамикой,</a:t>
            </a:r>
          </a:p>
        </p:txBody>
      </p:sp>
      <p:sp>
        <p:nvSpPr>
          <p:cNvPr id="8" name="Номер слайда 7">
            <a:extLst>
              <a:ext uri="{FF2B5EF4-FFF2-40B4-BE49-F238E27FC236}">
                <a16:creationId xmlns:a16="http://schemas.microsoft.com/office/drawing/2014/main" id="{60DE4CC7-0F16-896F-1EBA-F387E12A24C3}"/>
              </a:ext>
            </a:extLst>
          </p:cNvPr>
          <p:cNvSpPr>
            <a:spLocks noGrp="1"/>
          </p:cNvSpPr>
          <p:nvPr>
            <p:ph type="sldNum" sz="quarter" idx="12"/>
          </p:nvPr>
        </p:nvSpPr>
        <p:spPr/>
        <p:txBody>
          <a:bodyPr rtlCol="0"/>
          <a:lstStyle>
            <a:defPPr>
              <a:defRPr lang="ru-MO"/>
            </a:defPPr>
          </a:lstStyle>
          <a:p>
            <a:pPr rtl="0"/>
            <a:fld id="{294A09A9-5501-47C1-A89A-A340965A2BE2}" type="slidenum">
              <a:rPr lang="ru-RU" smtClean="0"/>
              <a:pPr rtl="0"/>
              <a:t>9</a:t>
            </a:fld>
            <a:endParaRPr lang="ru-RU"/>
          </a:p>
        </p:txBody>
      </p:sp>
    </p:spTree>
    <p:extLst>
      <p:ext uri="{BB962C8B-B14F-4D97-AF65-F5344CB8AC3E}">
        <p14:creationId xmlns:p14="http://schemas.microsoft.com/office/powerpoint/2010/main" val="3008749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Заголовок 40">
            <a:extLst>
              <a:ext uri="{FF2B5EF4-FFF2-40B4-BE49-F238E27FC236}">
                <a16:creationId xmlns:a16="http://schemas.microsoft.com/office/drawing/2014/main" id="{A49ABFAC-D966-9A7C-EFB9-4AA2A4BFCB3B}"/>
              </a:ext>
            </a:extLst>
          </p:cNvPr>
          <p:cNvSpPr>
            <a:spLocks noGrp="1"/>
          </p:cNvSpPr>
          <p:nvPr>
            <p:ph type="title"/>
          </p:nvPr>
        </p:nvSpPr>
        <p:spPr/>
        <p:txBody>
          <a:bodyPr rtlCol="0"/>
          <a:lstStyle>
            <a:defPPr>
              <a:defRPr lang="ru-MO"/>
            </a:defPPr>
          </a:lstStyle>
          <a:p>
            <a:pPr rtl="0"/>
            <a:r>
              <a:rPr lang="ru-RU" dirty="0"/>
              <a:t>Результаты</a:t>
            </a:r>
          </a:p>
        </p:txBody>
      </p:sp>
      <p:sp>
        <p:nvSpPr>
          <p:cNvPr id="7" name="Нижний колонтитул 6">
            <a:extLst>
              <a:ext uri="{FF2B5EF4-FFF2-40B4-BE49-F238E27FC236}">
                <a16:creationId xmlns:a16="http://schemas.microsoft.com/office/drawing/2014/main" id="{6C58156F-B502-2468-F7F7-7EF56BA44FBE}"/>
              </a:ext>
            </a:extLst>
          </p:cNvPr>
          <p:cNvSpPr>
            <a:spLocks noGrp="1"/>
          </p:cNvSpPr>
          <p:nvPr>
            <p:ph type="ftr" sz="quarter" idx="11"/>
          </p:nvPr>
        </p:nvSpPr>
        <p:spPr>
          <a:xfrm>
            <a:off x="4038600" y="12153"/>
            <a:ext cx="4114800" cy="856526"/>
          </a:xfrm>
        </p:spPr>
        <p:txBody>
          <a:bodyPr rtlCol="0"/>
          <a:lstStyle>
            <a:defPPr>
              <a:defRPr lang="ru-MO"/>
            </a:defPPr>
          </a:lstStyle>
          <a:p>
            <a:pPr rtl="0"/>
            <a:r>
              <a:rPr lang="en-US" sz="1400" dirty="0"/>
              <a:t>Cube Cascade</a:t>
            </a:r>
            <a:endParaRPr lang="ru-RU" sz="1400" dirty="0"/>
          </a:p>
        </p:txBody>
      </p:sp>
      <p:sp>
        <p:nvSpPr>
          <p:cNvPr id="42" name="Текст 41">
            <a:extLst>
              <a:ext uri="{FF2B5EF4-FFF2-40B4-BE49-F238E27FC236}">
                <a16:creationId xmlns:a16="http://schemas.microsoft.com/office/drawing/2014/main" id="{E7EE4D5B-87DD-4137-0625-40623A0E8A35}"/>
              </a:ext>
            </a:extLst>
          </p:cNvPr>
          <p:cNvSpPr>
            <a:spLocks noGrp="1"/>
          </p:cNvSpPr>
          <p:nvPr>
            <p:ph type="body" idx="1"/>
          </p:nvPr>
        </p:nvSpPr>
        <p:spPr>
          <a:xfrm>
            <a:off x="3791744" y="2636912"/>
            <a:ext cx="5157787" cy="2178119"/>
          </a:xfrm>
        </p:spPr>
        <p:txBody>
          <a:bodyPr rtlCol="0"/>
          <a:lstStyle>
            <a:defPPr>
              <a:defRPr lang="ru-MO"/>
            </a:defPPr>
          </a:lstStyle>
          <a:p>
            <a:pPr marL="342900" indent="-342900" rtl="0">
              <a:buFont typeface="Arial" panose="020B0604020202020204" pitchFamily="34" charset="0"/>
              <a:buChar char="•"/>
            </a:pPr>
            <a:r>
              <a:rPr lang="ru-RU" dirty="0"/>
              <a:t>Полностью рабочий игровой процесс</a:t>
            </a:r>
          </a:p>
          <a:p>
            <a:pPr marL="342900" indent="-342900" rtl="0">
              <a:buFont typeface="Arial" panose="020B0604020202020204" pitchFamily="34" charset="0"/>
              <a:buChar char="•"/>
            </a:pPr>
            <a:r>
              <a:rPr lang="ru-RU" dirty="0"/>
              <a:t>Сохранение прогресса</a:t>
            </a:r>
          </a:p>
          <a:p>
            <a:pPr marL="342900" indent="-342900" rtl="0">
              <a:buFont typeface="Arial" panose="020B0604020202020204" pitchFamily="34" charset="0"/>
              <a:buChar char="•"/>
            </a:pPr>
            <a:r>
              <a:rPr lang="ru-RU" dirty="0"/>
              <a:t>Поддержка обучения и настроек</a:t>
            </a:r>
          </a:p>
        </p:txBody>
      </p:sp>
      <p:sp>
        <p:nvSpPr>
          <p:cNvPr id="8" name="Номер слайда 7">
            <a:extLst>
              <a:ext uri="{FF2B5EF4-FFF2-40B4-BE49-F238E27FC236}">
                <a16:creationId xmlns:a16="http://schemas.microsoft.com/office/drawing/2014/main" id="{151DE16D-6222-1703-D240-DA742BD7BEF9}"/>
              </a:ext>
            </a:extLst>
          </p:cNvPr>
          <p:cNvSpPr>
            <a:spLocks noGrp="1"/>
          </p:cNvSpPr>
          <p:nvPr>
            <p:ph type="sldNum" sz="quarter" idx="12"/>
          </p:nvPr>
        </p:nvSpPr>
        <p:spPr/>
        <p:txBody>
          <a:bodyPr rtlCol="0"/>
          <a:lstStyle>
            <a:defPPr>
              <a:defRPr lang="ru-MO"/>
            </a:defPPr>
          </a:lstStyle>
          <a:p>
            <a:pPr rtl="0"/>
            <a:fld id="{294A09A9-5501-47C1-A89A-A340965A2BE2}" type="slidenum">
              <a:rPr lang="ru-RU" smtClean="0"/>
              <a:pPr rtl="0"/>
              <a:t>10</a:t>
            </a:fld>
            <a:endParaRPr lang="ru-RU"/>
          </a:p>
        </p:txBody>
      </p:sp>
    </p:spTree>
    <p:extLst>
      <p:ext uri="{BB962C8B-B14F-4D97-AF65-F5344CB8AC3E}">
        <p14:creationId xmlns:p14="http://schemas.microsoft.com/office/powerpoint/2010/main" val="2700317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8F5A0AD-52EA-8A3D-00F9-72C649D792FF}"/>
              </a:ext>
            </a:extLst>
          </p:cNvPr>
          <p:cNvSpPr>
            <a:spLocks noGrp="1"/>
          </p:cNvSpPr>
          <p:nvPr>
            <p:ph type="title"/>
          </p:nvPr>
        </p:nvSpPr>
        <p:spPr/>
        <p:txBody>
          <a:bodyPr rtlCol="0"/>
          <a:lstStyle>
            <a:defPPr>
              <a:defRPr lang="ru-MO"/>
            </a:defPPr>
          </a:lstStyle>
          <a:p>
            <a:pPr rtl="0"/>
            <a:r>
              <a:rPr lang="ru-RU" sz="5400" dirty="0"/>
              <a:t>Будущие планы</a:t>
            </a:r>
          </a:p>
        </p:txBody>
      </p:sp>
      <p:sp>
        <p:nvSpPr>
          <p:cNvPr id="3" name="Текст 2">
            <a:extLst>
              <a:ext uri="{FF2B5EF4-FFF2-40B4-BE49-F238E27FC236}">
                <a16:creationId xmlns:a16="http://schemas.microsoft.com/office/drawing/2014/main" id="{90961576-ECF8-2387-1D6B-533B869103A2}"/>
              </a:ext>
            </a:extLst>
          </p:cNvPr>
          <p:cNvSpPr>
            <a:spLocks noGrp="1"/>
          </p:cNvSpPr>
          <p:nvPr>
            <p:ph type="body" idx="1"/>
          </p:nvPr>
        </p:nvSpPr>
        <p:spPr>
          <a:xfrm>
            <a:off x="612648" y="2438400"/>
            <a:ext cx="3794760" cy="884446"/>
          </a:xfrm>
        </p:spPr>
        <p:txBody>
          <a:bodyPr rtlCol="0"/>
          <a:lstStyle>
            <a:defPPr>
              <a:defRPr lang="ru-MO"/>
            </a:defPPr>
          </a:lstStyle>
          <a:p>
            <a:pPr rtl="0"/>
            <a:r>
              <a:rPr lang="ru-RU" sz="1800" dirty="0"/>
              <a:t>Дополнения</a:t>
            </a:r>
            <a:r>
              <a:rPr lang="en-US" sz="1800" dirty="0"/>
              <a:t>:</a:t>
            </a:r>
            <a:endParaRPr lang="ru-RU" sz="1800" dirty="0"/>
          </a:p>
        </p:txBody>
      </p:sp>
      <p:sp>
        <p:nvSpPr>
          <p:cNvPr id="4" name="Объект 3">
            <a:extLst>
              <a:ext uri="{FF2B5EF4-FFF2-40B4-BE49-F238E27FC236}">
                <a16:creationId xmlns:a16="http://schemas.microsoft.com/office/drawing/2014/main" id="{642609F2-7307-B671-065E-0168414672CB}"/>
              </a:ext>
            </a:extLst>
          </p:cNvPr>
          <p:cNvSpPr>
            <a:spLocks noGrp="1"/>
          </p:cNvSpPr>
          <p:nvPr>
            <p:ph sz="half" idx="2"/>
          </p:nvPr>
        </p:nvSpPr>
        <p:spPr>
          <a:xfrm>
            <a:off x="612648" y="3322846"/>
            <a:ext cx="3419856" cy="2925554"/>
          </a:xfrm>
        </p:spPr>
        <p:txBody>
          <a:bodyPr rtlCol="0"/>
          <a:lstStyle>
            <a:defPPr>
              <a:defRPr lang="ru-MO"/>
            </a:defPPr>
          </a:lstStyle>
          <a:p>
            <a:pPr rtl="0"/>
            <a:r>
              <a:rPr lang="ru-RU" sz="1400" dirty="0" err="1"/>
              <a:t>Мультиплеерный</a:t>
            </a:r>
            <a:r>
              <a:rPr lang="ru-RU" sz="1400" dirty="0"/>
              <a:t> режим</a:t>
            </a:r>
          </a:p>
          <a:p>
            <a:pPr rtl="0"/>
            <a:r>
              <a:rPr lang="ru-RU" sz="1400" dirty="0"/>
              <a:t>Турниры и соревнования на время</a:t>
            </a:r>
          </a:p>
        </p:txBody>
      </p:sp>
      <p:sp>
        <p:nvSpPr>
          <p:cNvPr id="12" name="Текст 11">
            <a:extLst>
              <a:ext uri="{FF2B5EF4-FFF2-40B4-BE49-F238E27FC236}">
                <a16:creationId xmlns:a16="http://schemas.microsoft.com/office/drawing/2014/main" id="{B1A869CC-7228-424F-689B-19D4CEA20FF0}"/>
              </a:ext>
            </a:extLst>
          </p:cNvPr>
          <p:cNvSpPr>
            <a:spLocks noGrp="1"/>
          </p:cNvSpPr>
          <p:nvPr>
            <p:ph type="body" sz="quarter" idx="3"/>
          </p:nvPr>
        </p:nvSpPr>
        <p:spPr/>
        <p:txBody>
          <a:bodyPr rtlCol="0"/>
          <a:lstStyle>
            <a:defPPr>
              <a:defRPr lang="ru-MO"/>
            </a:defPPr>
          </a:lstStyle>
          <a:p>
            <a:pPr rtl="0"/>
            <a:r>
              <a:rPr lang="ru-RU" sz="1800" dirty="0"/>
              <a:t>Оптимизация:</a:t>
            </a:r>
          </a:p>
        </p:txBody>
      </p:sp>
      <p:sp>
        <p:nvSpPr>
          <p:cNvPr id="14" name="Объект 13">
            <a:extLst>
              <a:ext uri="{FF2B5EF4-FFF2-40B4-BE49-F238E27FC236}">
                <a16:creationId xmlns:a16="http://schemas.microsoft.com/office/drawing/2014/main" id="{110B594D-EC9B-B552-2A8F-EE5113E8B143}"/>
              </a:ext>
            </a:extLst>
          </p:cNvPr>
          <p:cNvSpPr>
            <a:spLocks noGrp="1"/>
          </p:cNvSpPr>
          <p:nvPr>
            <p:ph sz="quarter" idx="4"/>
          </p:nvPr>
        </p:nvSpPr>
        <p:spPr>
          <a:xfrm>
            <a:off x="4407408" y="3322846"/>
            <a:ext cx="3419856" cy="2925554"/>
          </a:xfrm>
        </p:spPr>
        <p:txBody>
          <a:bodyPr rtlCol="0"/>
          <a:lstStyle>
            <a:defPPr>
              <a:defRPr lang="ru-MO"/>
            </a:defPPr>
          </a:lstStyle>
          <a:p>
            <a:pPr rtl="0"/>
            <a:r>
              <a:rPr lang="ru-RU" sz="1400" dirty="0"/>
              <a:t>Улучшение визуальных эффектов</a:t>
            </a:r>
          </a:p>
          <a:p>
            <a:pPr rtl="0"/>
            <a:r>
              <a:rPr lang="ru-RU" sz="1400" dirty="0"/>
              <a:t>Поддержка на других </a:t>
            </a:r>
            <a:r>
              <a:rPr lang="ru-RU" sz="1400" dirty="0" err="1"/>
              <a:t>устроуствах</a:t>
            </a:r>
            <a:endParaRPr lang="ru-RU" sz="1400" dirty="0"/>
          </a:p>
          <a:p>
            <a:pPr rtl="0"/>
            <a:endParaRPr lang="ru-RU" sz="1400" dirty="0"/>
          </a:p>
        </p:txBody>
      </p:sp>
      <p:sp>
        <p:nvSpPr>
          <p:cNvPr id="9" name="Текст 8">
            <a:extLst>
              <a:ext uri="{FF2B5EF4-FFF2-40B4-BE49-F238E27FC236}">
                <a16:creationId xmlns:a16="http://schemas.microsoft.com/office/drawing/2014/main" id="{EBAA58E7-F0D8-F39A-CEFD-71E5913073EF}"/>
              </a:ext>
            </a:extLst>
          </p:cNvPr>
          <p:cNvSpPr>
            <a:spLocks noGrp="1"/>
          </p:cNvSpPr>
          <p:nvPr>
            <p:ph type="body" sz="quarter" idx="13"/>
          </p:nvPr>
        </p:nvSpPr>
        <p:spPr/>
        <p:txBody>
          <a:bodyPr rtlCol="0"/>
          <a:lstStyle>
            <a:defPPr>
              <a:defRPr lang="ru-MO"/>
            </a:defPPr>
          </a:lstStyle>
          <a:p>
            <a:pPr rtl="0"/>
            <a:r>
              <a:rPr lang="ru-RU" sz="1800" dirty="0"/>
              <a:t>Публикация:</a:t>
            </a:r>
          </a:p>
        </p:txBody>
      </p:sp>
      <p:sp>
        <p:nvSpPr>
          <p:cNvPr id="10" name="Объект 9">
            <a:extLst>
              <a:ext uri="{FF2B5EF4-FFF2-40B4-BE49-F238E27FC236}">
                <a16:creationId xmlns:a16="http://schemas.microsoft.com/office/drawing/2014/main" id="{E54F306D-CD94-F11A-8633-26962EE68BF7}"/>
              </a:ext>
            </a:extLst>
          </p:cNvPr>
          <p:cNvSpPr>
            <a:spLocks noGrp="1"/>
          </p:cNvSpPr>
          <p:nvPr>
            <p:ph sz="quarter" idx="14"/>
          </p:nvPr>
        </p:nvSpPr>
        <p:spPr>
          <a:xfrm>
            <a:off x="8183880" y="3322846"/>
            <a:ext cx="3419856" cy="2925554"/>
          </a:xfrm>
        </p:spPr>
        <p:txBody>
          <a:bodyPr rtlCol="0"/>
          <a:lstStyle>
            <a:defPPr>
              <a:defRPr lang="ru-MO"/>
            </a:defPPr>
          </a:lstStyle>
          <a:p>
            <a:pPr rtl="0"/>
            <a:r>
              <a:rPr lang="ru-RU" sz="1400" dirty="0"/>
              <a:t>Выпуск игры на платформы (например, </a:t>
            </a:r>
            <a:r>
              <a:rPr lang="en-US" sz="1400" dirty="0"/>
              <a:t>Steam)</a:t>
            </a:r>
            <a:endParaRPr lang="ru-RU" sz="1400" dirty="0"/>
          </a:p>
        </p:txBody>
      </p:sp>
      <p:sp>
        <p:nvSpPr>
          <p:cNvPr id="7" name="Нижний колонтитул 6">
            <a:extLst>
              <a:ext uri="{FF2B5EF4-FFF2-40B4-BE49-F238E27FC236}">
                <a16:creationId xmlns:a16="http://schemas.microsoft.com/office/drawing/2014/main" id="{0E08FD8E-3A0A-CCD4-5C2F-5B65BE73CBC5}"/>
              </a:ext>
            </a:extLst>
          </p:cNvPr>
          <p:cNvSpPr>
            <a:spLocks noGrp="1"/>
          </p:cNvSpPr>
          <p:nvPr>
            <p:ph type="ftr" sz="quarter" idx="11"/>
          </p:nvPr>
        </p:nvSpPr>
        <p:spPr/>
        <p:txBody>
          <a:bodyPr rtlCol="0"/>
          <a:lstStyle>
            <a:defPPr>
              <a:defRPr lang="ru-MO"/>
            </a:defPPr>
          </a:lstStyle>
          <a:p>
            <a:pPr rtl="0"/>
            <a:r>
              <a:rPr lang="ru-RU"/>
              <a:t>ЗАГОЛОВОК ПРЕЗЕНТАЦИИ</a:t>
            </a:r>
          </a:p>
        </p:txBody>
      </p:sp>
      <p:sp>
        <p:nvSpPr>
          <p:cNvPr id="8" name="Номер слайда 7">
            <a:extLst>
              <a:ext uri="{FF2B5EF4-FFF2-40B4-BE49-F238E27FC236}">
                <a16:creationId xmlns:a16="http://schemas.microsoft.com/office/drawing/2014/main" id="{94786B75-8C5A-A01F-F202-D3CB14D3031F}"/>
              </a:ext>
            </a:extLst>
          </p:cNvPr>
          <p:cNvSpPr>
            <a:spLocks noGrp="1"/>
          </p:cNvSpPr>
          <p:nvPr>
            <p:ph type="sldNum" sz="quarter" idx="12"/>
          </p:nvPr>
        </p:nvSpPr>
        <p:spPr/>
        <p:txBody>
          <a:bodyPr rtlCol="0"/>
          <a:lstStyle>
            <a:defPPr>
              <a:defRPr lang="ru-MO"/>
            </a:defPPr>
          </a:lstStyle>
          <a:p>
            <a:pPr rtl="0"/>
            <a:fld id="{294A09A9-5501-47C1-A89A-A340965A2BE2}" type="slidenum">
              <a:rPr lang="ru-RU" smtClean="0"/>
              <a:pPr rtl="0"/>
              <a:t>11</a:t>
            </a:fld>
            <a:endParaRPr lang="ru-RU"/>
          </a:p>
        </p:txBody>
      </p:sp>
    </p:spTree>
    <p:extLst>
      <p:ext uri="{BB962C8B-B14F-4D97-AF65-F5344CB8AC3E}">
        <p14:creationId xmlns:p14="http://schemas.microsoft.com/office/powerpoint/2010/main" val="2352993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DF3D98-3C30-4CFC-8643-C81E829C8C25}"/>
              </a:ext>
            </a:extLst>
          </p:cNvPr>
          <p:cNvSpPr>
            <a:spLocks noGrp="1"/>
          </p:cNvSpPr>
          <p:nvPr>
            <p:ph type="ctrTitle"/>
          </p:nvPr>
        </p:nvSpPr>
        <p:spPr/>
        <p:txBody>
          <a:bodyPr rtlCol="0" anchor="t">
            <a:noAutofit/>
          </a:bodyPr>
          <a:lstStyle>
            <a:defPPr>
              <a:defRPr lang="ru-MO"/>
            </a:defPPr>
          </a:lstStyle>
          <a:p>
            <a:pPr algn="l" rtl="0"/>
            <a:r>
              <a:rPr lang="ru-RU" sz="9600" spc="300" dirty="0">
                <a:ln w="28575">
                  <a:solidFill>
                    <a:schemeClr val="tx1"/>
                  </a:solidFill>
                </a:ln>
                <a:noFill/>
              </a:rPr>
              <a:t>СПАСИБО</a:t>
            </a:r>
          </a:p>
        </p:txBody>
      </p:sp>
      <p:sp>
        <p:nvSpPr>
          <p:cNvPr id="3" name="Подзаголовок 2">
            <a:extLst>
              <a:ext uri="{FF2B5EF4-FFF2-40B4-BE49-F238E27FC236}">
                <a16:creationId xmlns:a16="http://schemas.microsoft.com/office/drawing/2014/main" id="{A068D447-28D3-4F5F-B2DC-FD67E9015868}"/>
              </a:ext>
            </a:extLst>
          </p:cNvPr>
          <p:cNvSpPr>
            <a:spLocks noGrp="1"/>
          </p:cNvSpPr>
          <p:nvPr>
            <p:ph type="subTitle" idx="1"/>
          </p:nvPr>
        </p:nvSpPr>
        <p:spPr/>
        <p:txBody>
          <a:bodyPr rtlCol="0" anchor="t">
            <a:normAutofit lnSpcReduction="10000"/>
          </a:bodyPr>
          <a:lstStyle>
            <a:defPPr>
              <a:defRPr lang="ru-MO"/>
            </a:defPPr>
          </a:lstStyle>
          <a:p>
            <a:pPr marL="0" indent="0" algn="l" rtl="0">
              <a:buNone/>
            </a:pPr>
            <a:r>
              <a:rPr lang="ru-RU" b="1" dirty="0"/>
              <a:t>Аркадий, Бахара</a:t>
            </a:r>
          </a:p>
          <a:p>
            <a:pPr marL="0" indent="0" algn="l" rtl="0">
              <a:buNone/>
            </a:pPr>
            <a:r>
              <a:rPr lang="en-US" b="1" dirty="0" err="1"/>
              <a:t>nepishi</a:t>
            </a:r>
            <a:r>
              <a:rPr lang="ru-RU" b="1" dirty="0"/>
              <a:t>@</a:t>
            </a:r>
            <a:r>
              <a:rPr lang="en-US" dirty="0" err="1"/>
              <a:t>suda</a:t>
            </a:r>
            <a:r>
              <a:rPr lang="ru-RU" b="1" dirty="0"/>
              <a:t>.</a:t>
            </a:r>
            <a:r>
              <a:rPr lang="en-US" b="1" dirty="0"/>
              <a:t>dot</a:t>
            </a:r>
            <a:endParaRPr lang="ru-RU" b="1" dirty="0"/>
          </a:p>
          <a:p>
            <a:pPr marL="0" indent="0" algn="l" rtl="0">
              <a:buNone/>
            </a:pPr>
            <a:r>
              <a:rPr lang="en-US" b="1" dirty="0"/>
              <a:t>https://github.com/Gobzik/Cube-Cascade</a:t>
            </a:r>
            <a:endParaRPr lang="ru-RU" b="1" dirty="0"/>
          </a:p>
        </p:txBody>
      </p:sp>
    </p:spTree>
    <p:extLst>
      <p:ext uri="{BB962C8B-B14F-4D97-AF65-F5344CB8AC3E}">
        <p14:creationId xmlns:p14="http://schemas.microsoft.com/office/powerpoint/2010/main" val="627731054"/>
      </p:ext>
    </p:extLst>
  </p:cSld>
  <p:clrMapOvr>
    <a:masterClrMapping/>
  </p:clrMapOvr>
</p:sld>
</file>

<file path=ppt/theme/theme1.xml><?xml version="1.0" encoding="utf-8"?>
<a:theme xmlns:a="http://schemas.openxmlformats.org/drawingml/2006/main" name="Тема Office">
  <a:themeElements>
    <a:clrScheme name="Droplet">
      <a:dk1>
        <a:srgbClr val="000000"/>
      </a:dk1>
      <a:lt1>
        <a:srgbClr val="FFFFFF"/>
      </a:lt1>
      <a:dk2>
        <a:srgbClr val="0065A8"/>
      </a:dk2>
      <a:lt2>
        <a:srgbClr val="E7E6E6"/>
      </a:lt2>
      <a:accent1>
        <a:srgbClr val="FDCFFD"/>
      </a:accent1>
      <a:accent2>
        <a:srgbClr val="B6DFFF"/>
      </a:accent2>
      <a:accent3>
        <a:srgbClr val="8AE3A8"/>
      </a:accent3>
      <a:accent4>
        <a:srgbClr val="A69BFB"/>
      </a:accent4>
      <a:accent5>
        <a:srgbClr val="B5C3FF"/>
      </a:accent5>
      <a:accent6>
        <a:srgbClr val="73E9C4"/>
      </a:accent6>
      <a:hlink>
        <a:srgbClr val="0563C1"/>
      </a:hlink>
      <a:folHlink>
        <a:srgbClr val="954F72"/>
      </a:folHlink>
    </a:clrScheme>
    <a:fontScheme name="Custom 2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68771600_TF34316244_Win32" id="{F23ED7DB-3505-4CCC-A23C-737A653B864F}" vid="{EE05B8AF-BDE5-44BA-8AE4-882478C46B66}"/>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AB9CED55E8F8543BEFD54205924B97E" ma:contentTypeVersion="15" ma:contentTypeDescription="Create a new document." ma:contentTypeScope="" ma:versionID="7934cfc98febfa177962bc8a36be076c">
  <xsd:schema xmlns:xsd="http://www.w3.org/2001/XMLSchema" xmlns:xs="http://www.w3.org/2001/XMLSchema" xmlns:p="http://schemas.microsoft.com/office/2006/metadata/properties" xmlns:ns2="4f0d45a2-344c-4fe0-9811-4277bf2c2e17" xmlns:ns3="bb13cd20-357b-48a5-aff4-3bb4b52aae3e" targetNamespace="http://schemas.microsoft.com/office/2006/metadata/properties" ma:root="true" ma:fieldsID="aa190bc864bcebc737c679dbb323a16d" ns2:_="" ns3:_="">
    <xsd:import namespace="4f0d45a2-344c-4fe0-9811-4277bf2c2e17"/>
    <xsd:import namespace="bb13cd20-357b-48a5-aff4-3bb4b52aae3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0d45a2-344c-4fe0-9811-4277bf2c2e1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242cf434-6fa7-423d-b9b2-a30b23ae4b8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bb13cd20-357b-48a5-aff4-3bb4b52aae3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48435a69-c5f6-4b2d-823a-b7e1eae613dc}" ma:internalName="TaxCatchAll" ma:showField="CatchAllData" ma:web="bb13cd20-357b-48a5-aff4-3bb4b52aae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b13cd20-357b-48a5-aff4-3bb4b52aae3e" xsi:nil="true"/>
    <MediaServiceKeyPoints xmlns="4f0d45a2-344c-4fe0-9811-4277bf2c2e17" xsi:nil="true"/>
    <lcf76f155ced4ddcb4097134ff3c332f xmlns="4f0d45a2-344c-4fe0-9811-4277bf2c2e1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F87CEBD-BBDE-418A-B819-466B763DD4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0d45a2-344c-4fe0-9811-4277bf2c2e17"/>
    <ds:schemaRef ds:uri="bb13cd20-357b-48a5-aff4-3bb4b52aae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421B937-7172-47A3-B8EF-010B04CBBB90}">
  <ds:schemaRefs>
    <ds:schemaRef ds:uri="http://schemas.microsoft.com/sharepoint/v3/contenttype/forms"/>
  </ds:schemaRefs>
</ds:datastoreItem>
</file>

<file path=customXml/itemProps3.xml><?xml version="1.0" encoding="utf-8"?>
<ds:datastoreItem xmlns:ds="http://schemas.openxmlformats.org/officeDocument/2006/customXml" ds:itemID="{B14FA603-F875-4A03-93C9-402691CFAD8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 ds:uri="bb13cd20-357b-48a5-aff4-3bb4b52aae3e"/>
    <ds:schemaRef ds:uri="4f0d45a2-344c-4fe0-9811-4277bf2c2e17"/>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Оформление Капля</Template>
  <TotalTime>1497</TotalTime>
  <Words>316</Words>
  <Application>Microsoft Office PowerPoint</Application>
  <PresentationFormat>Широкоэкранный</PresentationFormat>
  <Paragraphs>112</Paragraphs>
  <Slides>12</Slides>
  <Notes>11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12</vt:i4>
      </vt:variant>
    </vt:vector>
  </HeadingPairs>
  <TitlesOfParts>
    <vt:vector size="16" baseType="lpstr">
      <vt:lpstr>Arial</vt:lpstr>
      <vt:lpstr>Arial Narrow</vt:lpstr>
      <vt:lpstr>Calibri</vt:lpstr>
      <vt:lpstr>Тема Office</vt:lpstr>
      <vt:lpstr>Cube cascade</vt:lpstr>
      <vt:lpstr>Идея проекта</vt:lpstr>
      <vt:lpstr>Механика игры</vt:lpstr>
      <vt:lpstr>Интерфейс</vt:lpstr>
      <vt:lpstr>Главное меню</vt:lpstr>
      <vt:lpstr>Classic</vt:lpstr>
      <vt:lpstr>Adventure</vt:lpstr>
      <vt:lpstr>Архитектура проекта</vt:lpstr>
      <vt:lpstr>Визуальные и звуковые эффекты</vt:lpstr>
      <vt:lpstr>Результаты</vt:lpstr>
      <vt:lpstr>Будущие планы</vt:lpstr>
      <vt:lpstr>СПАСИБО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Arkadiy Gulyakov</dc:creator>
  <cp:lastModifiedBy>Arkadiy Gulyakov</cp:lastModifiedBy>
  <cp:revision>4</cp:revision>
  <dcterms:created xsi:type="dcterms:W3CDTF">2025-01-22T18:28:44Z</dcterms:created>
  <dcterms:modified xsi:type="dcterms:W3CDTF">2025-02-04T12:24:07Z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0x0101003AB9CED55E8F8543BEFD54205924B97E</vt:lpwstr>
  </property>
</Properties>
</file>