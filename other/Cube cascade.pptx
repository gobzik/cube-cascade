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drawings/drawing1.xml" ContentType="application/vnd.openxmlformats-officedocument.drawingml.chartshapes+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Lst>
  <p:notesMasterIdLst>
    <p:notesMasterId r:id="rId18"/>
  </p:notesMasterIdLst>
  <p:handoutMasterIdLst>
    <p:handoutMasterId r:id="rId19"/>
  </p:handoutMasterIdLst>
  <p:sldIdLst>
    <p:sldId id="256" r:id="rId5"/>
    <p:sldId id="302" r:id="rId6"/>
    <p:sldId id="303" r:id="rId7"/>
    <p:sldId id="280" r:id="rId8"/>
    <p:sldId id="301" r:id="rId9"/>
    <p:sldId id="305" r:id="rId10"/>
    <p:sldId id="312" r:id="rId11"/>
    <p:sldId id="310" r:id="rId12"/>
    <p:sldId id="306" r:id="rId13"/>
    <p:sldId id="309" r:id="rId14"/>
    <p:sldId id="304" r:id="rId15"/>
    <p:sldId id="308" r:id="rId16"/>
    <p:sldId id="281" r:id="rId17"/>
  </p:sldIdLst>
  <p:sldSz cx="12192000" cy="6858000"/>
  <p:notesSz cx="6858000" cy="9144000"/>
  <p:defaultTextStyle>
    <a:defPPr rtl="0">
      <a:defRPr lang="ru-MO"/>
    </a:defPPr>
    <a:lvl1pPr marL="0" algn="l" defTabSz="914400" rtl="0" eaLnBrk="1" latinLnBrk="0" hangingPunct="1">
      <a:defRPr lang="ru-MO" sz="1800" kern="1200">
        <a:solidFill>
          <a:schemeClr val="tx1"/>
        </a:solidFill>
        <a:latin typeface="+mn-lt"/>
        <a:ea typeface="+mn-ea"/>
        <a:cs typeface="+mn-cs"/>
      </a:defRPr>
    </a:lvl1pPr>
    <a:lvl2pPr marL="457200" algn="l" defTabSz="914400" rtl="0" eaLnBrk="1" latinLnBrk="0" hangingPunct="1">
      <a:defRPr lang="ru-MO" sz="1800" kern="1200">
        <a:solidFill>
          <a:schemeClr val="tx1"/>
        </a:solidFill>
        <a:latin typeface="+mn-lt"/>
        <a:ea typeface="+mn-ea"/>
        <a:cs typeface="+mn-cs"/>
      </a:defRPr>
    </a:lvl2pPr>
    <a:lvl3pPr marL="914400" algn="l" defTabSz="914400" rtl="0" eaLnBrk="1" latinLnBrk="0" hangingPunct="1">
      <a:defRPr lang="ru-MO" sz="1800" kern="1200">
        <a:solidFill>
          <a:schemeClr val="tx1"/>
        </a:solidFill>
        <a:latin typeface="+mn-lt"/>
        <a:ea typeface="+mn-ea"/>
        <a:cs typeface="+mn-cs"/>
      </a:defRPr>
    </a:lvl3pPr>
    <a:lvl4pPr marL="1371600" algn="l" defTabSz="914400" rtl="0" eaLnBrk="1" latinLnBrk="0" hangingPunct="1">
      <a:defRPr lang="ru-MO" sz="1800" kern="1200">
        <a:solidFill>
          <a:schemeClr val="tx1"/>
        </a:solidFill>
        <a:latin typeface="+mn-lt"/>
        <a:ea typeface="+mn-ea"/>
        <a:cs typeface="+mn-cs"/>
      </a:defRPr>
    </a:lvl4pPr>
    <a:lvl5pPr marL="1828800" algn="l" defTabSz="914400" rtl="0" eaLnBrk="1" latinLnBrk="0" hangingPunct="1">
      <a:defRPr lang="ru-MO" sz="1800" kern="1200">
        <a:solidFill>
          <a:schemeClr val="tx1"/>
        </a:solidFill>
        <a:latin typeface="+mn-lt"/>
        <a:ea typeface="+mn-ea"/>
        <a:cs typeface="+mn-cs"/>
      </a:defRPr>
    </a:lvl5pPr>
    <a:lvl6pPr marL="2286000" algn="l" defTabSz="914400" rtl="0" eaLnBrk="1" latinLnBrk="0" hangingPunct="1">
      <a:defRPr lang="ru-MO" sz="1800" kern="1200">
        <a:solidFill>
          <a:schemeClr val="tx1"/>
        </a:solidFill>
        <a:latin typeface="+mn-lt"/>
        <a:ea typeface="+mn-ea"/>
        <a:cs typeface="+mn-cs"/>
      </a:defRPr>
    </a:lvl6pPr>
    <a:lvl7pPr marL="2743200" algn="l" defTabSz="914400" rtl="0" eaLnBrk="1" latinLnBrk="0" hangingPunct="1">
      <a:defRPr lang="ru-MO" sz="1800" kern="1200">
        <a:solidFill>
          <a:schemeClr val="tx1"/>
        </a:solidFill>
        <a:latin typeface="+mn-lt"/>
        <a:ea typeface="+mn-ea"/>
        <a:cs typeface="+mn-cs"/>
      </a:defRPr>
    </a:lvl7pPr>
    <a:lvl8pPr marL="3200400" algn="l" defTabSz="914400" rtl="0" eaLnBrk="1" latinLnBrk="0" hangingPunct="1">
      <a:defRPr lang="ru-MO" sz="1800" kern="1200">
        <a:solidFill>
          <a:schemeClr val="tx1"/>
        </a:solidFill>
        <a:latin typeface="+mn-lt"/>
        <a:ea typeface="+mn-ea"/>
        <a:cs typeface="+mn-cs"/>
      </a:defRPr>
    </a:lvl8pPr>
    <a:lvl9pPr marL="3657600" algn="l" defTabSz="914400" rtl="0" eaLnBrk="1" latinLnBrk="0" hangingPunct="1">
      <a:defRPr lang="ru-MO"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7296" userDrawn="1">
          <p15:clr>
            <a:srgbClr val="A4A3A4"/>
          </p15:clr>
        </p15:guide>
        <p15:guide id="2" pos="384" userDrawn="1">
          <p15:clr>
            <a:srgbClr val="A4A3A4"/>
          </p15:clr>
        </p15:guide>
        <p15:guide id="3" orient="horz" pos="528" userDrawn="1">
          <p15:clr>
            <a:srgbClr val="A4A3A4"/>
          </p15:clr>
        </p15:guide>
        <p15:guide id="4" orient="horz" pos="3552" userDrawn="1">
          <p15:clr>
            <a:srgbClr val="A4A3A4"/>
          </p15:clr>
        </p15:guide>
        <p15:guide id="5" orient="horz" pos="768" userDrawn="1">
          <p15:clr>
            <a:srgbClr val="A4A3A4"/>
          </p15:clr>
        </p15:guide>
        <p15:guide id="7" pos="4032" userDrawn="1">
          <p15:clr>
            <a:srgbClr val="A4A3A4"/>
          </p15:clr>
        </p15:guide>
        <p15:guide id="9" pos="3648" userDrawn="1">
          <p15:clr>
            <a:srgbClr val="A4A3A4"/>
          </p15:clr>
        </p15:guide>
        <p15:guide id="10" orient="horz" pos="1536" userDrawn="1">
          <p15:clr>
            <a:srgbClr val="A4A3A4"/>
          </p15:clr>
        </p15:guide>
        <p15:guide id="11" orient="horz" pos="1872"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4" name="Автор" initials="A" lastIdx="0" clrIdx="3"/>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7" autoAdjust="0"/>
    <p:restoredTop sz="95701"/>
  </p:normalViewPr>
  <p:slideViewPr>
    <p:cSldViewPr>
      <p:cViewPr varScale="1">
        <p:scale>
          <a:sx n="60" d="100"/>
          <a:sy n="60" d="100"/>
        </p:scale>
        <p:origin x="72" y="1164"/>
      </p:cViewPr>
      <p:guideLst>
        <p:guide pos="7296"/>
        <p:guide pos="384"/>
        <p:guide orient="horz" pos="528"/>
        <p:guide orient="horz" pos="3552"/>
        <p:guide orient="horz" pos="768"/>
        <p:guide pos="4032"/>
        <p:guide pos="3648"/>
        <p:guide orient="horz" pos="1536"/>
        <p:guide orient="horz" pos="1872"/>
      </p:guideLst>
    </p:cSldViewPr>
  </p:slideViewPr>
  <p:outlineViewPr>
    <p:cViewPr>
      <p:scale>
        <a:sx n="33" d="100"/>
        <a:sy n="33" d="100"/>
      </p:scale>
      <p:origin x="0" y="0"/>
    </p:cViewPr>
  </p:outlineViewPr>
  <p:notesTextViewPr>
    <p:cViewPr>
      <p:scale>
        <a:sx n="1" d="1"/>
        <a:sy n="1" d="1"/>
      </p:scale>
      <p:origin x="0" y="0"/>
    </p:cViewPr>
  </p:notesTextViewPr>
  <p:notesViewPr>
    <p:cSldViewPr>
      <p:cViewPr varScale="1">
        <p:scale>
          <a:sx n="69" d="100"/>
          <a:sy n="69" d="100"/>
        </p:scale>
        <p:origin x="2764" y="6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notesMaster" Target="notesMasters/notesMaster1.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microsoft.com/office/2018/10/relationships/authors" Target="author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commentAuthors" Target="commentAuthor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 Id="rId4" Type="http://schemas.openxmlformats.org/officeDocument/2006/relationships/chartUserShapes" Target="../drawings/drawing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ru-RU"/>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Ряд 1</c:v>
                </c:pt>
              </c:strCache>
            </c:strRef>
          </c:tx>
          <c:spPr>
            <a:solidFill>
              <a:schemeClr val="accent1">
                <a:lumMod val="90000"/>
              </a:schemeClr>
            </a:solidFill>
            <a:ln>
              <a:noFill/>
            </a:ln>
            <a:effectLst/>
          </c:spPr>
          <c:invertIfNegative val="0"/>
          <c:cat>
            <c:strRef>
              <c:f>Sheet1!$A$2:$A$5</c:f>
              <c:strCache>
                <c:ptCount val="4"/>
                <c:pt idx="0">
                  <c:v>1-й кв.</c:v>
                </c:pt>
                <c:pt idx="1">
                  <c:v>2-й кв.</c:v>
                </c:pt>
                <c:pt idx="2">
                  <c:v>3-й кв.</c:v>
                </c:pt>
                <c:pt idx="3">
                  <c:v>4-й кв.</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00BA-4964-AEBE-5952BCEF4793}"/>
            </c:ext>
          </c:extLst>
        </c:ser>
        <c:ser>
          <c:idx val="1"/>
          <c:order val="1"/>
          <c:tx>
            <c:strRef>
              <c:f>Sheet1!$C$1</c:f>
              <c:strCache>
                <c:ptCount val="1"/>
                <c:pt idx="0">
                  <c:v>Ряд 2</c:v>
                </c:pt>
              </c:strCache>
            </c:strRef>
          </c:tx>
          <c:spPr>
            <a:solidFill>
              <a:schemeClr val="accent6"/>
            </a:solidFill>
            <a:ln>
              <a:noFill/>
            </a:ln>
            <a:effectLst/>
          </c:spPr>
          <c:invertIfNegative val="0"/>
          <c:cat>
            <c:strRef>
              <c:f>Sheet1!$A$2:$A$5</c:f>
              <c:strCache>
                <c:ptCount val="4"/>
                <c:pt idx="0">
                  <c:v>1-й кв.</c:v>
                </c:pt>
                <c:pt idx="1">
                  <c:v>2-й кв.</c:v>
                </c:pt>
                <c:pt idx="2">
                  <c:v>3-й кв.</c:v>
                </c:pt>
                <c:pt idx="3">
                  <c:v>4-й кв.</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00BA-4964-AEBE-5952BCEF4793}"/>
            </c:ext>
          </c:extLst>
        </c:ser>
        <c:ser>
          <c:idx val="2"/>
          <c:order val="2"/>
          <c:tx>
            <c:strRef>
              <c:f>Sheet1!$D$1</c:f>
              <c:strCache>
                <c:ptCount val="1"/>
                <c:pt idx="0">
                  <c:v>Ряд 3</c:v>
                </c:pt>
              </c:strCache>
            </c:strRef>
          </c:tx>
          <c:spPr>
            <a:solidFill>
              <a:schemeClr val="accent2">
                <a:lumMod val="90000"/>
              </a:schemeClr>
            </a:solidFill>
            <a:ln>
              <a:noFill/>
            </a:ln>
            <a:effectLst/>
          </c:spPr>
          <c:invertIfNegative val="0"/>
          <c:cat>
            <c:strRef>
              <c:f>Sheet1!$A$2:$A$5</c:f>
              <c:strCache>
                <c:ptCount val="4"/>
                <c:pt idx="0">
                  <c:v>1-й кв.</c:v>
                </c:pt>
                <c:pt idx="1">
                  <c:v>2-й кв.</c:v>
                </c:pt>
                <c:pt idx="2">
                  <c:v>3-й кв.</c:v>
                </c:pt>
                <c:pt idx="3">
                  <c:v>4-й кв.</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2-00BA-4964-AEBE-5952BCEF4793}"/>
            </c:ext>
          </c:extLst>
        </c:ser>
        <c:dLbls>
          <c:showLegendKey val="0"/>
          <c:showVal val="0"/>
          <c:showCatName val="0"/>
          <c:showSerName val="0"/>
          <c:showPercent val="0"/>
          <c:showBubbleSize val="0"/>
        </c:dLbls>
        <c:gapWidth val="218"/>
        <c:overlap val="-27"/>
        <c:axId val="1958845040"/>
        <c:axId val="1994725328"/>
      </c:barChart>
      <c:catAx>
        <c:axId val="195884504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1" i="0" u="none" strike="noStrike" kern="1200" spc="100" baseline="0">
                <a:solidFill>
                  <a:schemeClr val="tx1"/>
                </a:solidFill>
                <a:latin typeface="Arial" panose="020B0604020202020204" pitchFamily="34" charset="0"/>
                <a:ea typeface="+mn-ea"/>
                <a:cs typeface="Arial" panose="020B0604020202020204" pitchFamily="34" charset="0"/>
              </a:defRPr>
            </a:pPr>
            <a:endParaRPr lang="ru-RU"/>
          </a:p>
        </c:txPr>
        <c:crossAx val="1994725328"/>
        <c:crosses val="autoZero"/>
        <c:auto val="1"/>
        <c:lblAlgn val="ctr"/>
        <c:lblOffset val="100"/>
        <c:noMultiLvlLbl val="0"/>
      </c:catAx>
      <c:valAx>
        <c:axId val="1994725328"/>
        <c:scaling>
          <c:orientation val="minMax"/>
        </c:scaling>
        <c:delete val="0"/>
        <c:axPos val="l"/>
        <c:majorGridlines>
          <c:spPr>
            <a:ln w="9525" cap="flat" cmpd="sng" algn="ctr">
              <a:solidFill>
                <a:schemeClr val="bg1"/>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1" i="0" u="none" strike="noStrike" kern="1200" baseline="0">
                <a:solidFill>
                  <a:schemeClr val="tx1"/>
                </a:solidFill>
                <a:latin typeface="Arial" panose="020B0604020202020204" pitchFamily="34" charset="0"/>
                <a:ea typeface="+mn-ea"/>
                <a:cs typeface="Arial" panose="020B0604020202020204" pitchFamily="34" charset="0"/>
              </a:defRPr>
            </a:pPr>
            <a:endParaRPr lang="ru-RU"/>
          </a:p>
        </c:txPr>
        <c:crossAx val="1958845040"/>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spc="100" baseline="0">
              <a:solidFill>
                <a:schemeClr val="tx1"/>
              </a:solidFill>
              <a:latin typeface="Arial" panose="020B0604020202020204" pitchFamily="34" charset="0"/>
              <a:ea typeface="+mn-ea"/>
              <a:cs typeface="Arial" panose="020B0604020202020204" pitchFamily="34" charset="0"/>
            </a:defRPr>
          </a:pPr>
          <a:endParaRPr lang="ru-RU"/>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ru-RU"/>
    </a:p>
  </c:txPr>
  <c:externalData r:id="rId3">
    <c:autoUpdate val="0"/>
  </c:externalData>
  <c:userShapes r:id="rId4"/>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rawings/_rels/drawing1.xml.rels><?xml version="1.0" encoding="UTF-8" standalone="yes"?>
<Relationships xmlns="http://schemas.openxmlformats.org/package/2006/relationships"><Relationship Id="rId1" Type="http://schemas.openxmlformats.org/officeDocument/2006/relationships/image" Target="../media/image27.png"/></Relationships>
</file>

<file path=ppt/drawings/drawing1.xml><?xml version="1.0" encoding="utf-8"?>
<c:userShapes xmlns:c="http://schemas.openxmlformats.org/drawingml/2006/chart">
  <cdr:relSizeAnchor xmlns:cdr="http://schemas.openxmlformats.org/drawingml/2006/chartDrawing">
    <cdr:from>
      <cdr:x>0</cdr:x>
      <cdr:y>0</cdr:y>
    </cdr:from>
    <cdr:to>
      <cdr:x>1</cdr:x>
      <cdr:y>1</cdr:y>
    </cdr:to>
    <cdr:pic>
      <cdr:nvPicPr>
        <cdr:cNvPr id="2" name="chart">
          <a:extLst xmlns:a="http://schemas.openxmlformats.org/drawingml/2006/main">
            <a:ext uri="{FF2B5EF4-FFF2-40B4-BE49-F238E27FC236}">
              <a16:creationId xmlns:a16="http://schemas.microsoft.com/office/drawing/2014/main" id="{68A1FE84-38D8-3E6D-BD8A-C6F47EC1FE26}"/>
            </a:ext>
          </a:extLst>
        </cdr:cNvPr>
        <cdr:cNvPicPr>
          <a:picLocks xmlns:a="http://schemas.openxmlformats.org/drawingml/2006/main" noChangeAspect="1"/>
        </cdr:cNvPicPr>
      </cdr:nvPicPr>
      <cdr:blipFill>
        <a:blip xmlns:a="http://schemas.openxmlformats.org/drawingml/2006/main" xmlns:r="http://schemas.openxmlformats.org/officeDocument/2006/relationships" r:embed="rId1"/>
        <a:stretch xmlns:a="http://schemas.openxmlformats.org/drawingml/2006/main">
          <a:fillRect/>
        </a:stretch>
      </cdr:blipFill>
      <cdr:spPr>
        <a:xfrm xmlns:a="http://schemas.openxmlformats.org/drawingml/2006/main">
          <a:off x="0" y="0"/>
          <a:ext cx="7611537" cy="5649113"/>
        </a:xfrm>
        <a:prstGeom xmlns:a="http://schemas.openxmlformats.org/drawingml/2006/main" prst="rect">
          <a:avLst/>
        </a:prstGeom>
      </cdr:spPr>
    </cdr:pic>
  </cdr:relSizeAnchor>
</c:userShape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Верхний колонтитул 1">
            <a:extLst>
              <a:ext uri="{FF2B5EF4-FFF2-40B4-BE49-F238E27FC236}">
                <a16:creationId xmlns:a16="http://schemas.microsoft.com/office/drawing/2014/main" id="{796DF4A1-647D-45ED-4039-DB1F96860E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lang="ru-MO" sz="1200"/>
            </a:lvl1pPr>
          </a:lstStyle>
          <a:p>
            <a:pPr rtl="0"/>
            <a:endParaRPr lang="ru-RU"/>
          </a:p>
        </p:txBody>
      </p:sp>
      <p:sp>
        <p:nvSpPr>
          <p:cNvPr id="3" name="Дата 2">
            <a:extLst>
              <a:ext uri="{FF2B5EF4-FFF2-40B4-BE49-F238E27FC236}">
                <a16:creationId xmlns:a16="http://schemas.microsoft.com/office/drawing/2014/main" id="{B45B069F-A8F2-8387-8C92-A2E5464B75D6}"/>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lang="ru-MO" sz="1200"/>
            </a:lvl1pPr>
          </a:lstStyle>
          <a:p>
            <a:pPr rtl="0"/>
            <a:fld id="{653DF011-7E5D-410B-B704-516B718BB50A}" type="datetime1">
              <a:rPr lang="ru-RU" smtClean="0"/>
              <a:t>23.01.2025</a:t>
            </a:fld>
            <a:endParaRPr lang="ru-RU" dirty="0"/>
          </a:p>
        </p:txBody>
      </p:sp>
      <p:sp>
        <p:nvSpPr>
          <p:cNvPr id="4" name="Нижний колонтитул 3">
            <a:extLst>
              <a:ext uri="{FF2B5EF4-FFF2-40B4-BE49-F238E27FC236}">
                <a16:creationId xmlns:a16="http://schemas.microsoft.com/office/drawing/2014/main" id="{3510553D-995D-EFE2-4EAC-170D76D0660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lang="ru-MO" sz="1200"/>
            </a:lvl1pPr>
          </a:lstStyle>
          <a:p>
            <a:pPr rtl="0"/>
            <a:endParaRPr lang="ru-RU"/>
          </a:p>
        </p:txBody>
      </p:sp>
      <p:sp>
        <p:nvSpPr>
          <p:cNvPr id="5" name="Номер слайда 4">
            <a:extLst>
              <a:ext uri="{FF2B5EF4-FFF2-40B4-BE49-F238E27FC236}">
                <a16:creationId xmlns:a16="http://schemas.microsoft.com/office/drawing/2014/main" id="{203C3C56-8BAD-E984-BB24-4EA71CA2EB6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lang="ru-MO" sz="1200"/>
            </a:lvl1pPr>
          </a:lstStyle>
          <a:p>
            <a:pPr rtl="0"/>
            <a:fld id="{44AAF311-A558-444C-927C-8328B655F972}" type="slidenum">
              <a:rPr lang="ru-RU" smtClean="0"/>
              <a:t>‹#›</a:t>
            </a:fld>
            <a:endParaRPr lang="ru-RU"/>
          </a:p>
        </p:txBody>
      </p:sp>
    </p:spTree>
    <p:extLst>
      <p:ext uri="{BB962C8B-B14F-4D97-AF65-F5344CB8AC3E}">
        <p14:creationId xmlns:p14="http://schemas.microsoft.com/office/powerpoint/2010/main" val="2513218969"/>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Верхний колонтитул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lang="ru-MO" sz="1200"/>
            </a:lvl1pPr>
          </a:lstStyle>
          <a:p>
            <a:pPr rtl="0"/>
            <a:endParaRPr lang="ru-RU" noProof="0"/>
          </a:p>
        </p:txBody>
      </p:sp>
      <p:sp>
        <p:nvSpPr>
          <p:cNvPr id="3" name="Дата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lang="ru-MO" sz="1200"/>
            </a:lvl1pPr>
          </a:lstStyle>
          <a:p>
            <a:fld id="{D4D2DA09-4E9C-44B8-BC33-6EB8C02EED6A}" type="datetime1">
              <a:rPr lang="ru-RU" smtClean="0"/>
              <a:pPr/>
              <a:t>23.01.2025</a:t>
            </a:fld>
            <a:endParaRPr lang="ru-RU" dirty="0"/>
          </a:p>
        </p:txBody>
      </p:sp>
      <p:sp>
        <p:nvSpPr>
          <p:cNvPr id="4" name="Образ слайда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defPPr>
              <a:defRPr lang="ru-MO"/>
            </a:defPPr>
          </a:lstStyle>
          <a:p>
            <a:pPr rtl="0"/>
            <a:endParaRPr lang="ru-RU" noProof="0"/>
          </a:p>
        </p:txBody>
      </p:sp>
      <p:sp>
        <p:nvSpPr>
          <p:cNvPr id="5" name="Заметки 4"/>
          <p:cNvSpPr>
            <a:spLocks noGrp="1"/>
          </p:cNvSpPr>
          <p:nvPr>
            <p:ph type="body" sz="quarter" idx="3"/>
          </p:nvPr>
        </p:nvSpPr>
        <p:spPr>
          <a:xfrm>
            <a:off x="685800" y="4400550"/>
            <a:ext cx="5486400" cy="3600450"/>
          </a:xfrm>
          <a:prstGeom prst="rect">
            <a:avLst/>
          </a:prstGeom>
        </p:spPr>
        <p:txBody>
          <a:bodyPr vert="horz" lIns="91440" tIns="45720" rIns="91440" bIns="45720" rtlCol="0"/>
          <a:lstStyle>
            <a:defPPr>
              <a:defRPr lang="ru-MO"/>
            </a:defPPr>
          </a:lstStyle>
          <a:p>
            <a:pPr lvl="0" rtl="0"/>
            <a:r>
              <a:rPr lang="ru-RU" noProof="0"/>
              <a:t>Щелкните, чтобы изменить стили текста образца слайда</a:t>
            </a:r>
          </a:p>
          <a:p>
            <a:pPr lvl="1" rtl="0"/>
            <a:r>
              <a:rPr lang="ru-RU" noProof="0"/>
              <a:t>Второй уровень</a:t>
            </a:r>
          </a:p>
          <a:p>
            <a:pPr lvl="2" rtl="0"/>
            <a:r>
              <a:rPr lang="ru-RU" noProof="0"/>
              <a:t>Третий уровень</a:t>
            </a:r>
          </a:p>
          <a:p>
            <a:pPr lvl="3" rtl="0"/>
            <a:r>
              <a:rPr lang="ru-RU" noProof="0"/>
              <a:t>Четвертый уровень</a:t>
            </a:r>
          </a:p>
          <a:p>
            <a:pPr lvl="4" rtl="0"/>
            <a:r>
              <a:rPr lang="ru-RU" noProof="0"/>
              <a:t>Пятый уровень</a:t>
            </a:r>
          </a:p>
        </p:txBody>
      </p:sp>
      <p:sp>
        <p:nvSpPr>
          <p:cNvPr id="6" name="Нижний колонтитул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lang="ru-MO" sz="1200"/>
            </a:lvl1pPr>
          </a:lstStyle>
          <a:p>
            <a:pPr rtl="0"/>
            <a:endParaRPr lang="ru-RU" noProof="0"/>
          </a:p>
        </p:txBody>
      </p:sp>
      <p:sp>
        <p:nvSpPr>
          <p:cNvPr id="7" name="Номер слайда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lang="ru-MO" sz="1200"/>
            </a:lvl1pPr>
          </a:lstStyle>
          <a:p>
            <a:pPr rtl="0"/>
            <a:fld id="{821E5FCA-B2DD-C941-A2C1-638939433487}" type="slidenum">
              <a:rPr lang="ru-RU" noProof="0" smtClean="0"/>
              <a:t>‹#›</a:t>
            </a:fld>
            <a:endParaRPr lang="ru-RU" noProof="0"/>
          </a:p>
        </p:txBody>
      </p:sp>
    </p:spTree>
    <p:extLst>
      <p:ext uri="{BB962C8B-B14F-4D97-AF65-F5344CB8AC3E}">
        <p14:creationId xmlns:p14="http://schemas.microsoft.com/office/powerpoint/2010/main" val="3524896418"/>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lang="ru-MO" sz="1200" kern="1200">
        <a:solidFill>
          <a:schemeClr val="tx1"/>
        </a:solidFill>
        <a:latin typeface="+mn-lt"/>
        <a:ea typeface="+mn-ea"/>
        <a:cs typeface="+mn-cs"/>
      </a:defRPr>
    </a:lvl1pPr>
    <a:lvl2pPr marL="457200" algn="l" defTabSz="914400" rtl="0" eaLnBrk="1" latinLnBrk="0" hangingPunct="1">
      <a:defRPr lang="ru-MO" sz="1200" kern="1200">
        <a:solidFill>
          <a:schemeClr val="tx1"/>
        </a:solidFill>
        <a:latin typeface="+mn-lt"/>
        <a:ea typeface="+mn-ea"/>
        <a:cs typeface="+mn-cs"/>
      </a:defRPr>
    </a:lvl2pPr>
    <a:lvl3pPr marL="914400" algn="l" defTabSz="914400" rtl="0" eaLnBrk="1" latinLnBrk="0" hangingPunct="1">
      <a:defRPr lang="ru-MO" sz="1200" kern="1200">
        <a:solidFill>
          <a:schemeClr val="tx1"/>
        </a:solidFill>
        <a:latin typeface="+mn-lt"/>
        <a:ea typeface="+mn-ea"/>
        <a:cs typeface="+mn-cs"/>
      </a:defRPr>
    </a:lvl3pPr>
    <a:lvl4pPr marL="1371600" algn="l" defTabSz="914400" rtl="0" eaLnBrk="1" latinLnBrk="0" hangingPunct="1">
      <a:defRPr lang="ru-MO" sz="1200" kern="1200">
        <a:solidFill>
          <a:schemeClr val="tx1"/>
        </a:solidFill>
        <a:latin typeface="+mn-lt"/>
        <a:ea typeface="+mn-ea"/>
        <a:cs typeface="+mn-cs"/>
      </a:defRPr>
    </a:lvl4pPr>
    <a:lvl5pPr marL="1828800" algn="l" defTabSz="914400" rtl="0" eaLnBrk="1" latinLnBrk="0" hangingPunct="1">
      <a:defRPr lang="ru-MO" sz="1200" kern="1200">
        <a:solidFill>
          <a:schemeClr val="tx1"/>
        </a:solidFill>
        <a:latin typeface="+mn-lt"/>
        <a:ea typeface="+mn-ea"/>
        <a:cs typeface="+mn-cs"/>
      </a:defRPr>
    </a:lvl5pPr>
    <a:lvl6pPr marL="2286000" algn="l" defTabSz="914400" rtl="0" eaLnBrk="1" latinLnBrk="0" hangingPunct="1">
      <a:defRPr lang="ru-MO" sz="1200" kern="1200">
        <a:solidFill>
          <a:schemeClr val="tx1"/>
        </a:solidFill>
        <a:latin typeface="+mn-lt"/>
        <a:ea typeface="+mn-ea"/>
        <a:cs typeface="+mn-cs"/>
      </a:defRPr>
    </a:lvl6pPr>
    <a:lvl7pPr marL="2743200" algn="l" defTabSz="914400" rtl="0" eaLnBrk="1" latinLnBrk="0" hangingPunct="1">
      <a:defRPr lang="ru-MO" sz="1200" kern="1200">
        <a:solidFill>
          <a:schemeClr val="tx1"/>
        </a:solidFill>
        <a:latin typeface="+mn-lt"/>
        <a:ea typeface="+mn-ea"/>
        <a:cs typeface="+mn-cs"/>
      </a:defRPr>
    </a:lvl7pPr>
    <a:lvl8pPr marL="3200400" algn="l" defTabSz="914400" rtl="0" eaLnBrk="1" latinLnBrk="0" hangingPunct="1">
      <a:defRPr lang="ru-MO" sz="1200" kern="1200">
        <a:solidFill>
          <a:schemeClr val="tx1"/>
        </a:solidFill>
        <a:latin typeface="+mn-lt"/>
        <a:ea typeface="+mn-ea"/>
        <a:cs typeface="+mn-cs"/>
      </a:defRPr>
    </a:lvl8pPr>
    <a:lvl9pPr marL="3657600" algn="l" defTabSz="914400" rtl="0" eaLnBrk="1" latinLnBrk="0" hangingPunct="1">
      <a:defRPr lang="ru-MO"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rtlCol="0"/>
          <a:lstStyle>
            <a:defPPr>
              <a:defRPr lang="ru-MO"/>
            </a:defPPr>
          </a:lstStyle>
          <a:p>
            <a:pPr rtl="0"/>
            <a:endParaRPr lang="ru-RU"/>
          </a:p>
        </p:txBody>
      </p:sp>
      <p:sp>
        <p:nvSpPr>
          <p:cNvPr id="4" name="Номер слайда 3"/>
          <p:cNvSpPr>
            <a:spLocks noGrp="1"/>
          </p:cNvSpPr>
          <p:nvPr>
            <p:ph type="sldNum" sz="quarter" idx="5"/>
          </p:nvPr>
        </p:nvSpPr>
        <p:spPr/>
        <p:txBody>
          <a:bodyPr rtlCol="0"/>
          <a:lstStyle>
            <a:defPPr>
              <a:defRPr lang="ru-MO"/>
            </a:defPPr>
          </a:lstStyle>
          <a:p>
            <a:pPr rtl="0"/>
            <a:fld id="{821E5FCA-B2DD-C941-A2C1-638939433487}" type="slidenum">
              <a:rPr lang="ru-RU" smtClean="0"/>
              <a:t>1</a:t>
            </a:fld>
            <a:endParaRPr lang="ru-RU"/>
          </a:p>
        </p:txBody>
      </p:sp>
    </p:spTree>
    <p:extLst>
      <p:ext uri="{BB962C8B-B14F-4D97-AF65-F5344CB8AC3E}">
        <p14:creationId xmlns:p14="http://schemas.microsoft.com/office/powerpoint/2010/main" val="28820095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rtlCol="0"/>
          <a:lstStyle>
            <a:defPPr>
              <a:defRPr lang="ru-MO"/>
            </a:defPPr>
          </a:lstStyle>
          <a:p>
            <a:pPr rtl="0"/>
            <a:endParaRPr lang="ru-RU"/>
          </a:p>
        </p:txBody>
      </p:sp>
      <p:sp>
        <p:nvSpPr>
          <p:cNvPr id="4" name="Номер слайда 3"/>
          <p:cNvSpPr>
            <a:spLocks noGrp="1"/>
          </p:cNvSpPr>
          <p:nvPr>
            <p:ph type="sldNum" sz="quarter" idx="5"/>
          </p:nvPr>
        </p:nvSpPr>
        <p:spPr/>
        <p:txBody>
          <a:bodyPr rtlCol="0"/>
          <a:lstStyle>
            <a:defPPr>
              <a:defRPr lang="ru-MO"/>
            </a:defPPr>
          </a:lstStyle>
          <a:p>
            <a:pPr rtl="0"/>
            <a:fld id="{821E5FCA-B2DD-C941-A2C1-638939433487}" type="slidenum">
              <a:rPr lang="ru-RU" smtClean="0"/>
              <a:t>2</a:t>
            </a:fld>
            <a:endParaRPr lang="ru-RU"/>
          </a:p>
        </p:txBody>
      </p:sp>
    </p:spTree>
    <p:extLst>
      <p:ext uri="{BB962C8B-B14F-4D97-AF65-F5344CB8AC3E}">
        <p14:creationId xmlns:p14="http://schemas.microsoft.com/office/powerpoint/2010/main" val="171563962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rtlCol="0"/>
          <a:lstStyle>
            <a:defPPr>
              <a:defRPr lang="ru-MO"/>
            </a:defPPr>
          </a:lstStyle>
          <a:p>
            <a:pPr rtl="0"/>
            <a:endParaRPr lang="ru-RU"/>
          </a:p>
        </p:txBody>
      </p:sp>
      <p:sp>
        <p:nvSpPr>
          <p:cNvPr id="4" name="Номер слайда 3"/>
          <p:cNvSpPr>
            <a:spLocks noGrp="1"/>
          </p:cNvSpPr>
          <p:nvPr>
            <p:ph type="sldNum" sz="quarter" idx="5"/>
          </p:nvPr>
        </p:nvSpPr>
        <p:spPr/>
        <p:txBody>
          <a:bodyPr rtlCol="0"/>
          <a:lstStyle>
            <a:defPPr>
              <a:defRPr lang="ru-MO"/>
            </a:defPPr>
          </a:lstStyle>
          <a:p>
            <a:pPr rtl="0"/>
            <a:fld id="{821E5FCA-B2DD-C941-A2C1-638939433487}" type="slidenum">
              <a:rPr lang="ru-RU" smtClean="0"/>
              <a:t>3</a:t>
            </a:fld>
            <a:endParaRPr lang="ru-RU"/>
          </a:p>
        </p:txBody>
      </p:sp>
    </p:spTree>
    <p:extLst>
      <p:ext uri="{BB962C8B-B14F-4D97-AF65-F5344CB8AC3E}">
        <p14:creationId xmlns:p14="http://schemas.microsoft.com/office/powerpoint/2010/main" val="303943803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rtlCol="0"/>
          <a:lstStyle>
            <a:defPPr>
              <a:defRPr lang="ru-MO"/>
            </a:defPPr>
          </a:lstStyle>
          <a:p>
            <a:pPr rtl="0"/>
            <a:endParaRPr lang="ru-RU"/>
          </a:p>
        </p:txBody>
      </p:sp>
      <p:sp>
        <p:nvSpPr>
          <p:cNvPr id="4" name="Номер слайда 3"/>
          <p:cNvSpPr>
            <a:spLocks noGrp="1"/>
          </p:cNvSpPr>
          <p:nvPr>
            <p:ph type="sldNum" sz="quarter" idx="5"/>
          </p:nvPr>
        </p:nvSpPr>
        <p:spPr/>
        <p:txBody>
          <a:bodyPr rtlCol="0"/>
          <a:lstStyle>
            <a:defPPr>
              <a:defRPr lang="ru-MO"/>
            </a:defPPr>
          </a:lstStyle>
          <a:p>
            <a:pPr rtl="0"/>
            <a:fld id="{821E5FCA-B2DD-C941-A2C1-638939433487}" type="slidenum">
              <a:rPr lang="ru-RU" smtClean="0"/>
              <a:t>4</a:t>
            </a:fld>
            <a:endParaRPr lang="ru-RU"/>
          </a:p>
        </p:txBody>
      </p:sp>
    </p:spTree>
    <p:extLst>
      <p:ext uri="{BB962C8B-B14F-4D97-AF65-F5344CB8AC3E}">
        <p14:creationId xmlns:p14="http://schemas.microsoft.com/office/powerpoint/2010/main" val="42477774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rtlCol="0"/>
          <a:lstStyle>
            <a:defPPr>
              <a:defRPr lang="ru-MO"/>
            </a:defPPr>
          </a:lstStyle>
          <a:p>
            <a:pPr rtl="0"/>
            <a:endParaRPr lang="ru-RU"/>
          </a:p>
        </p:txBody>
      </p:sp>
      <p:sp>
        <p:nvSpPr>
          <p:cNvPr id="4" name="Номер слайда 3"/>
          <p:cNvSpPr>
            <a:spLocks noGrp="1"/>
          </p:cNvSpPr>
          <p:nvPr>
            <p:ph type="sldNum" sz="quarter" idx="5"/>
          </p:nvPr>
        </p:nvSpPr>
        <p:spPr/>
        <p:txBody>
          <a:bodyPr rtlCol="0"/>
          <a:lstStyle>
            <a:defPPr>
              <a:defRPr lang="ru-MO"/>
            </a:defPPr>
          </a:lstStyle>
          <a:p>
            <a:pPr rtl="0"/>
            <a:fld id="{821E5FCA-B2DD-C941-A2C1-638939433487}" type="slidenum">
              <a:rPr lang="ru-RU" smtClean="0"/>
              <a:t>5</a:t>
            </a:fld>
            <a:endParaRPr lang="ru-RU"/>
          </a:p>
        </p:txBody>
      </p:sp>
    </p:spTree>
    <p:extLst>
      <p:ext uri="{BB962C8B-B14F-4D97-AF65-F5344CB8AC3E}">
        <p14:creationId xmlns:p14="http://schemas.microsoft.com/office/powerpoint/2010/main" val="261662123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rtlCol="0"/>
          <a:lstStyle>
            <a:defPPr>
              <a:defRPr lang="ru-MO"/>
            </a:defPPr>
          </a:lstStyle>
          <a:p>
            <a:pPr rtl="0"/>
            <a:endParaRPr lang="ru-RU"/>
          </a:p>
        </p:txBody>
      </p:sp>
      <p:sp>
        <p:nvSpPr>
          <p:cNvPr id="4" name="Номер слайда 3"/>
          <p:cNvSpPr>
            <a:spLocks noGrp="1"/>
          </p:cNvSpPr>
          <p:nvPr>
            <p:ph type="sldNum" sz="quarter" idx="5"/>
          </p:nvPr>
        </p:nvSpPr>
        <p:spPr/>
        <p:txBody>
          <a:bodyPr rtlCol="0"/>
          <a:lstStyle>
            <a:defPPr>
              <a:defRPr lang="ru-MO"/>
            </a:defPPr>
          </a:lstStyle>
          <a:p>
            <a:pPr rtl="0"/>
            <a:fld id="{821E5FCA-B2DD-C941-A2C1-638939433487}" type="slidenum">
              <a:rPr lang="ru-RU" smtClean="0"/>
              <a:t>6</a:t>
            </a:fld>
            <a:endParaRPr lang="ru-RU"/>
          </a:p>
        </p:txBody>
      </p:sp>
    </p:spTree>
    <p:extLst>
      <p:ext uri="{BB962C8B-B14F-4D97-AF65-F5344CB8AC3E}">
        <p14:creationId xmlns:p14="http://schemas.microsoft.com/office/powerpoint/2010/main" val="401449704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rtlCol="0"/>
          <a:lstStyle>
            <a:defPPr>
              <a:defRPr lang="ru-MO"/>
            </a:defPPr>
          </a:lstStyle>
          <a:p>
            <a:pPr rtl="0"/>
            <a:endParaRPr lang="ru-RU"/>
          </a:p>
        </p:txBody>
      </p:sp>
      <p:sp>
        <p:nvSpPr>
          <p:cNvPr id="4" name="Номер слайда 3"/>
          <p:cNvSpPr>
            <a:spLocks noGrp="1"/>
          </p:cNvSpPr>
          <p:nvPr>
            <p:ph type="sldNum" sz="quarter" idx="5"/>
          </p:nvPr>
        </p:nvSpPr>
        <p:spPr/>
        <p:txBody>
          <a:bodyPr rtlCol="0"/>
          <a:lstStyle>
            <a:defPPr>
              <a:defRPr lang="ru-MO"/>
            </a:defPPr>
          </a:lstStyle>
          <a:p>
            <a:pPr rtl="0"/>
            <a:fld id="{821E5FCA-B2DD-C941-A2C1-638939433487}" type="slidenum">
              <a:rPr lang="ru-RU" smtClean="0"/>
              <a:t>8</a:t>
            </a:fld>
            <a:endParaRPr lang="ru-RU"/>
          </a:p>
        </p:txBody>
      </p:sp>
    </p:spTree>
    <p:extLst>
      <p:ext uri="{BB962C8B-B14F-4D97-AF65-F5344CB8AC3E}">
        <p14:creationId xmlns:p14="http://schemas.microsoft.com/office/powerpoint/2010/main" val="185141463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rtlCol="0"/>
          <a:lstStyle>
            <a:defPPr>
              <a:defRPr lang="ru-MO"/>
            </a:defPPr>
          </a:lstStyle>
          <a:p>
            <a:pPr rtl="0"/>
            <a:endParaRPr lang="ru-RU"/>
          </a:p>
        </p:txBody>
      </p:sp>
      <p:sp>
        <p:nvSpPr>
          <p:cNvPr id="4" name="Номер слайда 3"/>
          <p:cNvSpPr>
            <a:spLocks noGrp="1"/>
          </p:cNvSpPr>
          <p:nvPr>
            <p:ph type="sldNum" sz="quarter" idx="5"/>
          </p:nvPr>
        </p:nvSpPr>
        <p:spPr/>
        <p:txBody>
          <a:bodyPr rtlCol="0"/>
          <a:lstStyle>
            <a:defPPr>
              <a:defRPr lang="ru-MO"/>
            </a:defPPr>
          </a:lstStyle>
          <a:p>
            <a:pPr rtl="0"/>
            <a:fld id="{821E5FCA-B2DD-C941-A2C1-638939433487}" type="slidenum">
              <a:rPr lang="ru-RU" smtClean="0"/>
              <a:t>9</a:t>
            </a:fld>
            <a:endParaRPr lang="ru-RU"/>
          </a:p>
        </p:txBody>
      </p:sp>
    </p:spTree>
    <p:extLst>
      <p:ext uri="{BB962C8B-B14F-4D97-AF65-F5344CB8AC3E}">
        <p14:creationId xmlns:p14="http://schemas.microsoft.com/office/powerpoint/2010/main" val="406810621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rtlCol="0"/>
          <a:lstStyle>
            <a:defPPr>
              <a:defRPr lang="ru-MO"/>
            </a:defPPr>
          </a:lstStyle>
          <a:p>
            <a:pPr rtl="0"/>
            <a:endParaRPr lang="ru-RU"/>
          </a:p>
        </p:txBody>
      </p:sp>
      <p:sp>
        <p:nvSpPr>
          <p:cNvPr id="4" name="Номер слайда 3"/>
          <p:cNvSpPr>
            <a:spLocks noGrp="1"/>
          </p:cNvSpPr>
          <p:nvPr>
            <p:ph type="sldNum" sz="quarter" idx="5"/>
          </p:nvPr>
        </p:nvSpPr>
        <p:spPr/>
        <p:txBody>
          <a:bodyPr rtlCol="0"/>
          <a:lstStyle>
            <a:defPPr>
              <a:defRPr lang="ru-MO"/>
            </a:defPPr>
          </a:lstStyle>
          <a:p>
            <a:pPr rtl="0"/>
            <a:fld id="{821E5FCA-B2DD-C941-A2C1-638939433487}" type="slidenum">
              <a:rPr lang="ru-RU" smtClean="0"/>
              <a:t>10</a:t>
            </a:fld>
            <a:endParaRPr lang="ru-RU"/>
          </a:p>
        </p:txBody>
      </p:sp>
    </p:spTree>
    <p:extLst>
      <p:ext uri="{BB962C8B-B14F-4D97-AF65-F5344CB8AC3E}">
        <p14:creationId xmlns:p14="http://schemas.microsoft.com/office/powerpoint/2010/main" val="266073168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rtlCol="0"/>
          <a:lstStyle>
            <a:defPPr>
              <a:defRPr lang="ru-MO"/>
            </a:defPPr>
          </a:lstStyle>
          <a:p>
            <a:pPr rtl="0"/>
            <a:endParaRPr lang="ru-RU"/>
          </a:p>
        </p:txBody>
      </p:sp>
      <p:sp>
        <p:nvSpPr>
          <p:cNvPr id="4" name="Номер слайда 3"/>
          <p:cNvSpPr>
            <a:spLocks noGrp="1"/>
          </p:cNvSpPr>
          <p:nvPr>
            <p:ph type="sldNum" sz="quarter" idx="5"/>
          </p:nvPr>
        </p:nvSpPr>
        <p:spPr/>
        <p:txBody>
          <a:bodyPr rtlCol="0"/>
          <a:lstStyle>
            <a:defPPr>
              <a:defRPr lang="ru-MO"/>
            </a:defPPr>
          </a:lstStyle>
          <a:p>
            <a:pPr rtl="0"/>
            <a:fld id="{821E5FCA-B2DD-C941-A2C1-638939433487}" type="slidenum">
              <a:rPr lang="ru-RU" smtClean="0"/>
              <a:t>11</a:t>
            </a:fld>
            <a:endParaRPr lang="ru-RU"/>
          </a:p>
        </p:txBody>
      </p:sp>
    </p:spTree>
    <p:extLst>
      <p:ext uri="{BB962C8B-B14F-4D97-AF65-F5344CB8AC3E}">
        <p14:creationId xmlns:p14="http://schemas.microsoft.com/office/powerpoint/2010/main" val="53597407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rtlCol="0"/>
          <a:lstStyle>
            <a:defPPr>
              <a:defRPr lang="ru-MO"/>
            </a:defPPr>
          </a:lstStyle>
          <a:p>
            <a:pPr rtl="0"/>
            <a:endParaRPr lang="ru-RU"/>
          </a:p>
        </p:txBody>
      </p:sp>
      <p:sp>
        <p:nvSpPr>
          <p:cNvPr id="4" name="Номер слайда 3"/>
          <p:cNvSpPr>
            <a:spLocks noGrp="1"/>
          </p:cNvSpPr>
          <p:nvPr>
            <p:ph type="sldNum" sz="quarter" idx="5"/>
          </p:nvPr>
        </p:nvSpPr>
        <p:spPr/>
        <p:txBody>
          <a:bodyPr rtlCol="0"/>
          <a:lstStyle>
            <a:defPPr>
              <a:defRPr lang="ru-MO"/>
            </a:defPPr>
          </a:lstStyle>
          <a:p>
            <a:pPr rtl="0"/>
            <a:fld id="{821E5FCA-B2DD-C941-A2C1-638939433487}" type="slidenum">
              <a:rPr lang="ru-RU" smtClean="0"/>
              <a:t>12</a:t>
            </a:fld>
            <a:endParaRPr lang="ru-RU"/>
          </a:p>
        </p:txBody>
      </p:sp>
    </p:spTree>
    <p:extLst>
      <p:ext uri="{BB962C8B-B14F-4D97-AF65-F5344CB8AC3E}">
        <p14:creationId xmlns:p14="http://schemas.microsoft.com/office/powerpoint/2010/main" val="27453735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rtlCol="0"/>
          <a:lstStyle>
            <a:defPPr>
              <a:defRPr lang="ru-MO"/>
            </a:defPPr>
          </a:lstStyle>
          <a:p>
            <a:pPr rtl="0"/>
            <a:endParaRPr lang="ru-RU"/>
          </a:p>
        </p:txBody>
      </p:sp>
      <p:sp>
        <p:nvSpPr>
          <p:cNvPr id="4" name="Номер слайда 3"/>
          <p:cNvSpPr>
            <a:spLocks noGrp="1"/>
          </p:cNvSpPr>
          <p:nvPr>
            <p:ph type="sldNum" sz="quarter" idx="5"/>
          </p:nvPr>
        </p:nvSpPr>
        <p:spPr/>
        <p:txBody>
          <a:bodyPr rtlCol="0"/>
          <a:lstStyle>
            <a:defPPr>
              <a:defRPr lang="ru-MO"/>
            </a:defPPr>
          </a:lstStyle>
          <a:p>
            <a:pPr rtl="0"/>
            <a:fld id="{821E5FCA-B2DD-C941-A2C1-638939433487}" type="slidenum">
              <a:rPr lang="ru-RU" smtClean="0"/>
              <a:t>13</a:t>
            </a:fld>
            <a:endParaRPr lang="ru-RU"/>
          </a:p>
        </p:txBody>
      </p:sp>
    </p:spTree>
    <p:extLst>
      <p:ext uri="{BB962C8B-B14F-4D97-AF65-F5344CB8AC3E}">
        <p14:creationId xmlns:p14="http://schemas.microsoft.com/office/powerpoint/2010/main" val="130663074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Титульный слайд">
    <p:spTree>
      <p:nvGrpSpPr>
        <p:cNvPr id="1" name=""/>
        <p:cNvGrpSpPr/>
        <p:nvPr/>
      </p:nvGrpSpPr>
      <p:grpSpPr>
        <a:xfrm>
          <a:off x="0" y="0"/>
          <a:ext cx="0" cy="0"/>
          <a:chOff x="0" y="0"/>
          <a:chExt cx="0" cy="0"/>
        </a:xfrm>
      </p:grpSpPr>
      <p:pic>
        <p:nvPicPr>
          <p:cNvPr id="5" name="Рисунок 4">
            <a:extLst>
              <a:ext uri="{FF2B5EF4-FFF2-40B4-BE49-F238E27FC236}">
                <a16:creationId xmlns:a16="http://schemas.microsoft.com/office/drawing/2014/main" id="{E1734DBF-D33A-9B28-288C-C2DAB9E541E7}"/>
              </a:ext>
            </a:extLst>
          </p:cNvPr>
          <p:cNvPicPr>
            <a:picLocks noChangeAspect="1"/>
          </p:cNvPicPr>
          <p:nvPr userDrawn="1"/>
        </p:nvPicPr>
        <p:blipFill>
          <a:blip r:embed="rId2"/>
          <a:srcRect/>
          <a:stretch/>
        </p:blipFill>
        <p:spPr>
          <a:xfrm>
            <a:off x="0" y="0"/>
            <a:ext cx="12192000" cy="6858000"/>
          </a:xfrm>
          <a:prstGeom prst="rect">
            <a:avLst/>
          </a:prstGeom>
        </p:spPr>
      </p:pic>
      <p:sp>
        <p:nvSpPr>
          <p:cNvPr id="2" name="Заголовок 1">
            <a:extLst>
              <a:ext uri="{FF2B5EF4-FFF2-40B4-BE49-F238E27FC236}">
                <a16:creationId xmlns:a16="http://schemas.microsoft.com/office/drawing/2014/main" id="{494248F2-5264-4601-AA0B-6C092F77F2DD}"/>
              </a:ext>
            </a:extLst>
          </p:cNvPr>
          <p:cNvSpPr>
            <a:spLocks noGrp="1"/>
          </p:cNvSpPr>
          <p:nvPr>
            <p:ph type="ctrTitle" hasCustomPrompt="1"/>
          </p:nvPr>
        </p:nvSpPr>
        <p:spPr>
          <a:xfrm>
            <a:off x="1078992" y="1956816"/>
            <a:ext cx="10040112" cy="2387600"/>
          </a:xfrm>
        </p:spPr>
        <p:txBody>
          <a:bodyPr rtlCol="0" anchor="t">
            <a:noAutofit/>
          </a:bodyPr>
          <a:lstStyle>
            <a:lvl1pPr algn="l">
              <a:defRPr lang="ru-MO" sz="9600" spc="300" baseline="0">
                <a:ln w="28575">
                  <a:solidFill>
                    <a:schemeClr val="tx1"/>
                  </a:solidFill>
                </a:ln>
                <a:noFill/>
              </a:defRPr>
            </a:lvl1pPr>
          </a:lstStyle>
          <a:p>
            <a:pPr rtl="0"/>
            <a:r>
              <a:rPr lang="ru-RU" noProof="0"/>
              <a:t>СТИЛЬ ОБРАЗЦА ЗАГОЛОВКА</a:t>
            </a:r>
          </a:p>
        </p:txBody>
      </p:sp>
      <p:sp>
        <p:nvSpPr>
          <p:cNvPr id="3" name="Подзаголовок 2">
            <a:extLst>
              <a:ext uri="{FF2B5EF4-FFF2-40B4-BE49-F238E27FC236}">
                <a16:creationId xmlns:a16="http://schemas.microsoft.com/office/drawing/2014/main" id="{DCFB69D3-5632-4285-A209-9DCA67DA668C}"/>
              </a:ext>
            </a:extLst>
          </p:cNvPr>
          <p:cNvSpPr>
            <a:spLocks noGrp="1"/>
          </p:cNvSpPr>
          <p:nvPr>
            <p:ph type="subTitle" idx="1"/>
          </p:nvPr>
        </p:nvSpPr>
        <p:spPr>
          <a:xfrm>
            <a:off x="1078992" y="4901184"/>
            <a:ext cx="10040112" cy="1280160"/>
          </a:xfrm>
        </p:spPr>
        <p:txBody>
          <a:bodyPr rtlCol="0"/>
          <a:lstStyle>
            <a:lvl1pPr marL="0" indent="0" algn="l">
              <a:buNone/>
              <a:defRPr lang="ru-MO" sz="2400" b="1" baseline="0">
                <a:latin typeface="+mn-lt"/>
              </a:defRPr>
            </a:lvl1pPr>
            <a:lvl2pPr marL="457200" indent="0" algn="ctr">
              <a:buNone/>
              <a:defRPr lang="ru-MO" sz="2000"/>
            </a:lvl2pPr>
            <a:lvl3pPr marL="914400" indent="0" algn="ctr">
              <a:buNone/>
              <a:defRPr lang="ru-MO" sz="1800"/>
            </a:lvl3pPr>
            <a:lvl4pPr marL="1371600" indent="0" algn="ctr">
              <a:buNone/>
              <a:defRPr lang="ru-MO" sz="1600"/>
            </a:lvl4pPr>
            <a:lvl5pPr marL="1828800" indent="0" algn="ctr">
              <a:buNone/>
              <a:defRPr lang="ru-MO" sz="1600"/>
            </a:lvl5pPr>
            <a:lvl6pPr marL="2286000" indent="0" algn="ctr">
              <a:buNone/>
              <a:defRPr lang="ru-MO" sz="1600"/>
            </a:lvl6pPr>
            <a:lvl7pPr marL="2743200" indent="0" algn="ctr">
              <a:buNone/>
              <a:defRPr lang="ru-MO" sz="1600"/>
            </a:lvl7pPr>
            <a:lvl8pPr marL="3200400" indent="0" algn="ctr">
              <a:buNone/>
              <a:defRPr lang="ru-MO" sz="1600"/>
            </a:lvl8pPr>
            <a:lvl9pPr marL="3657600" indent="0" algn="ctr">
              <a:buNone/>
              <a:defRPr lang="ru-MO" sz="1600"/>
            </a:lvl9pPr>
          </a:lstStyle>
          <a:p>
            <a:pPr rtl="0"/>
            <a:r>
              <a:rPr lang="ru-RU" noProof="0"/>
              <a:t>Образец подзаголовка</a:t>
            </a:r>
          </a:p>
        </p:txBody>
      </p:sp>
    </p:spTree>
    <p:extLst>
      <p:ext uri="{BB962C8B-B14F-4D97-AF65-F5344CB8AC3E}">
        <p14:creationId xmlns:p14="http://schemas.microsoft.com/office/powerpoint/2010/main" val="291649857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Повестка">
    <p:spTree>
      <p:nvGrpSpPr>
        <p:cNvPr id="1" name=""/>
        <p:cNvGrpSpPr/>
        <p:nvPr/>
      </p:nvGrpSpPr>
      <p:grpSpPr>
        <a:xfrm>
          <a:off x="0" y="0"/>
          <a:ext cx="0" cy="0"/>
          <a:chOff x="0" y="0"/>
          <a:chExt cx="0" cy="0"/>
        </a:xfrm>
      </p:grpSpPr>
      <p:pic>
        <p:nvPicPr>
          <p:cNvPr id="10" name="Рисунок 9">
            <a:extLst>
              <a:ext uri="{FF2B5EF4-FFF2-40B4-BE49-F238E27FC236}">
                <a16:creationId xmlns:a16="http://schemas.microsoft.com/office/drawing/2014/main" id="{D1D3B0F0-DE71-18AB-7957-4CFA29C3A328}"/>
              </a:ext>
            </a:extLst>
          </p:cNvPr>
          <p:cNvPicPr>
            <a:picLocks noChangeAspect="1"/>
          </p:cNvPicPr>
          <p:nvPr userDrawn="1"/>
        </p:nvPicPr>
        <p:blipFill>
          <a:blip r:embed="rId2"/>
          <a:stretch>
            <a:fillRect/>
          </a:stretch>
        </p:blipFill>
        <p:spPr>
          <a:xfrm>
            <a:off x="0" y="857290"/>
            <a:ext cx="5797296" cy="6000710"/>
          </a:xfrm>
          <a:prstGeom prst="rect">
            <a:avLst/>
          </a:prstGeom>
        </p:spPr>
      </p:pic>
      <p:pic>
        <p:nvPicPr>
          <p:cNvPr id="8" name="Рисунок 7">
            <a:extLst>
              <a:ext uri="{FF2B5EF4-FFF2-40B4-BE49-F238E27FC236}">
                <a16:creationId xmlns:a16="http://schemas.microsoft.com/office/drawing/2014/main" id="{1F04770F-E995-EF98-B4D1-9F13733EEF07}"/>
              </a:ext>
            </a:extLst>
          </p:cNvPr>
          <p:cNvPicPr>
            <a:picLocks noChangeAspect="1"/>
          </p:cNvPicPr>
          <p:nvPr userDrawn="1"/>
        </p:nvPicPr>
        <p:blipFill>
          <a:blip r:embed="rId3"/>
          <a:stretch>
            <a:fillRect/>
          </a:stretch>
        </p:blipFill>
        <p:spPr>
          <a:xfrm>
            <a:off x="8763000" y="0"/>
            <a:ext cx="3429000" cy="6807199"/>
          </a:xfrm>
          <a:prstGeom prst="rect">
            <a:avLst/>
          </a:prstGeom>
        </p:spPr>
      </p:pic>
      <p:sp>
        <p:nvSpPr>
          <p:cNvPr id="12" name="Заголовок 11">
            <a:extLst>
              <a:ext uri="{FF2B5EF4-FFF2-40B4-BE49-F238E27FC236}">
                <a16:creationId xmlns:a16="http://schemas.microsoft.com/office/drawing/2014/main" id="{3392E024-DB0F-45F6-7A0A-359A57817906}"/>
              </a:ext>
            </a:extLst>
          </p:cNvPr>
          <p:cNvSpPr>
            <a:spLocks noGrp="1"/>
          </p:cNvSpPr>
          <p:nvPr>
            <p:ph type="title"/>
          </p:nvPr>
        </p:nvSpPr>
        <p:spPr>
          <a:xfrm>
            <a:off x="612648" y="1216152"/>
            <a:ext cx="5184648" cy="4416552"/>
          </a:xfrm>
        </p:spPr>
        <p:txBody>
          <a:bodyPr lIns="0" rIns="0" rtlCol="0"/>
          <a:lstStyle>
            <a:lvl1pPr algn="r">
              <a:defRPr lang="ru-MO" sz="4800" cap="all" spc="400" baseline="0"/>
            </a:lvl1pPr>
          </a:lstStyle>
          <a:p>
            <a:pPr rtl="0"/>
            <a:r>
              <a:rPr lang="ru-RU" noProof="0"/>
              <a:t>Образец заголовка</a:t>
            </a:r>
          </a:p>
        </p:txBody>
      </p:sp>
      <p:sp>
        <p:nvSpPr>
          <p:cNvPr id="14" name="Объект 13">
            <a:extLst>
              <a:ext uri="{FF2B5EF4-FFF2-40B4-BE49-F238E27FC236}">
                <a16:creationId xmlns:a16="http://schemas.microsoft.com/office/drawing/2014/main" id="{59AC38BE-9C76-A3FA-7823-F4A4B43AB754}"/>
              </a:ext>
            </a:extLst>
          </p:cNvPr>
          <p:cNvSpPr>
            <a:spLocks noGrp="1"/>
          </p:cNvSpPr>
          <p:nvPr>
            <p:ph sz="quarter" idx="13" hasCustomPrompt="1"/>
          </p:nvPr>
        </p:nvSpPr>
        <p:spPr>
          <a:xfrm>
            <a:off x="6400800" y="1216025"/>
            <a:ext cx="5184648" cy="4416425"/>
          </a:xfrm>
        </p:spPr>
        <p:txBody>
          <a:bodyPr rtlCol="0" anchor="ctr"/>
          <a:lstStyle>
            <a:lvl1pPr marL="0" indent="0">
              <a:lnSpc>
                <a:spcPct val="100000"/>
              </a:lnSpc>
              <a:spcBef>
                <a:spcPts val="1000"/>
              </a:spcBef>
              <a:buNone/>
              <a:defRPr lang="ru-MO" sz="2400" b="1" spc="200" baseline="0"/>
            </a:lvl1pPr>
            <a:lvl2pPr marL="228600">
              <a:lnSpc>
                <a:spcPct val="150000"/>
              </a:lnSpc>
              <a:spcBef>
                <a:spcPts val="1000"/>
              </a:spcBef>
              <a:defRPr lang="ru-MO" sz="2400" spc="100" baseline="0"/>
            </a:lvl2pPr>
            <a:lvl3pPr marL="457200">
              <a:lnSpc>
                <a:spcPct val="150000"/>
              </a:lnSpc>
              <a:spcBef>
                <a:spcPts val="1000"/>
              </a:spcBef>
              <a:defRPr lang="ru-MO" sz="2400" spc="100" baseline="0"/>
            </a:lvl3pPr>
            <a:lvl4pPr marL="685800">
              <a:lnSpc>
                <a:spcPct val="150000"/>
              </a:lnSpc>
              <a:spcBef>
                <a:spcPts val="1000"/>
              </a:spcBef>
              <a:defRPr lang="ru-MO" sz="2400" spc="100" baseline="0"/>
            </a:lvl4pPr>
            <a:lvl5pPr marL="914400">
              <a:lnSpc>
                <a:spcPct val="150000"/>
              </a:lnSpc>
              <a:spcBef>
                <a:spcPts val="1000"/>
              </a:spcBef>
              <a:defRPr lang="ru-MO" sz="2400" spc="100" baseline="0"/>
            </a:lvl5pPr>
          </a:lstStyle>
          <a:p>
            <a:pPr lvl="0" rtl="0"/>
            <a:r>
              <a:rPr lang="ru-RU" noProof="0"/>
              <a:t>Щелкните, чтобы изменить стили текста образца слайда</a:t>
            </a:r>
          </a:p>
          <a:p>
            <a:pPr lvl="1" rtl="0"/>
            <a:r>
              <a:rPr lang="ru-RU" noProof="0"/>
              <a:t>Второй уровень</a:t>
            </a:r>
          </a:p>
          <a:p>
            <a:pPr lvl="2" rtl="0"/>
            <a:r>
              <a:rPr lang="ru-RU" noProof="0"/>
              <a:t>Третий уровень</a:t>
            </a:r>
          </a:p>
          <a:p>
            <a:pPr lvl="3" rtl="0"/>
            <a:r>
              <a:rPr lang="ru-RU" noProof="0"/>
              <a:t>Четвертый уровень</a:t>
            </a:r>
          </a:p>
          <a:p>
            <a:pPr lvl="4" rtl="0"/>
            <a:r>
              <a:rPr lang="ru-RU" noProof="0"/>
              <a:t>Пятый уровень</a:t>
            </a:r>
          </a:p>
        </p:txBody>
      </p:sp>
      <p:sp>
        <p:nvSpPr>
          <p:cNvPr id="3" name="Нижний колонтитул 2">
            <a:extLst>
              <a:ext uri="{FF2B5EF4-FFF2-40B4-BE49-F238E27FC236}">
                <a16:creationId xmlns:a16="http://schemas.microsoft.com/office/drawing/2014/main" id="{7AC6CA6E-C1AB-4B24-80C7-A4B12640BE6F}"/>
              </a:ext>
            </a:extLst>
          </p:cNvPr>
          <p:cNvSpPr>
            <a:spLocks noGrp="1"/>
          </p:cNvSpPr>
          <p:nvPr>
            <p:ph type="ftr" sz="quarter" idx="11"/>
          </p:nvPr>
        </p:nvSpPr>
        <p:spPr>
          <a:xfrm>
            <a:off x="4038600" y="11575"/>
            <a:ext cx="4114800" cy="856526"/>
          </a:xfrm>
          <a:prstGeom prst="rect">
            <a:avLst/>
          </a:prstGeom>
        </p:spPr>
        <p:txBody>
          <a:bodyPr rtlCol="0"/>
          <a:lstStyle>
            <a:defPPr>
              <a:defRPr lang="ru-MO"/>
            </a:defPPr>
          </a:lstStyle>
          <a:p>
            <a:pPr rtl="0"/>
            <a:r>
              <a:rPr lang="ru-RU" noProof="0"/>
              <a:t>ЗАГОЛОВОК ПРЕЗЕНТАЦИИ</a:t>
            </a:r>
          </a:p>
        </p:txBody>
      </p:sp>
      <p:sp>
        <p:nvSpPr>
          <p:cNvPr id="4" name="Номер слайда 3">
            <a:extLst>
              <a:ext uri="{FF2B5EF4-FFF2-40B4-BE49-F238E27FC236}">
                <a16:creationId xmlns:a16="http://schemas.microsoft.com/office/drawing/2014/main" id="{4F5EFB41-7AD3-4519-95E7-416BFA1AECAB}"/>
              </a:ext>
            </a:extLst>
          </p:cNvPr>
          <p:cNvSpPr>
            <a:spLocks noGrp="1"/>
          </p:cNvSpPr>
          <p:nvPr>
            <p:ph type="sldNum" sz="quarter" idx="12"/>
          </p:nvPr>
        </p:nvSpPr>
        <p:spPr>
          <a:xfrm>
            <a:off x="4038600" y="6006546"/>
            <a:ext cx="4114800" cy="851453"/>
          </a:xfrm>
          <a:prstGeom prst="rect">
            <a:avLst/>
          </a:prstGeom>
        </p:spPr>
        <p:txBody>
          <a:bodyPr rtlCol="0"/>
          <a:lstStyle>
            <a:defPPr>
              <a:defRPr lang="ru-MO"/>
            </a:defPPr>
          </a:lstStyle>
          <a:p>
            <a:pPr rtl="0"/>
            <a:fld id="{294A09A9-5501-47C1-A89A-A340965A2BE2}" type="slidenum">
              <a:rPr lang="ru-RU" noProof="0" smtClean="0"/>
              <a:t>‹#›</a:t>
            </a:fld>
            <a:endParaRPr lang="ru-RU" noProof="0"/>
          </a:p>
        </p:txBody>
      </p:sp>
      <p:cxnSp>
        <p:nvCxnSpPr>
          <p:cNvPr id="5" name="Прямая соединительная линия 4">
            <a:extLst>
              <a:ext uri="{FF2B5EF4-FFF2-40B4-BE49-F238E27FC236}">
                <a16:creationId xmlns:a16="http://schemas.microsoft.com/office/drawing/2014/main" id="{C35C8AF3-79E7-17ED-9EB4-3006B31E422C}"/>
              </a:ext>
            </a:extLst>
          </p:cNvPr>
          <p:cNvCxnSpPr>
            <a:cxnSpLocks/>
          </p:cNvCxnSpPr>
          <p:nvPr userDrawn="1"/>
        </p:nvCxnSpPr>
        <p:spPr>
          <a:xfrm>
            <a:off x="5251048" y="868101"/>
            <a:ext cx="1689904" cy="0"/>
          </a:xfrm>
          <a:prstGeom prst="line">
            <a:avLst/>
          </a:prstGeom>
          <a:ln w="12700"/>
        </p:spPr>
        <p:style>
          <a:lnRef idx="1">
            <a:schemeClr val="dk1"/>
          </a:lnRef>
          <a:fillRef idx="0">
            <a:schemeClr val="dk1"/>
          </a:fillRef>
          <a:effectRef idx="0">
            <a:schemeClr val="dk1"/>
          </a:effectRef>
          <a:fontRef idx="minor">
            <a:schemeClr val="tx1"/>
          </a:fontRef>
        </p:style>
      </p:cxnSp>
      <p:cxnSp>
        <p:nvCxnSpPr>
          <p:cNvPr id="6" name="Прямая соединительная линия 5">
            <a:extLst>
              <a:ext uri="{FF2B5EF4-FFF2-40B4-BE49-F238E27FC236}">
                <a16:creationId xmlns:a16="http://schemas.microsoft.com/office/drawing/2014/main" id="{875A76CC-ED26-C4F7-5AB6-59D1A4C4A7F2}"/>
              </a:ext>
            </a:extLst>
          </p:cNvPr>
          <p:cNvCxnSpPr>
            <a:cxnSpLocks/>
          </p:cNvCxnSpPr>
          <p:nvPr userDrawn="1"/>
        </p:nvCxnSpPr>
        <p:spPr>
          <a:xfrm>
            <a:off x="5251048" y="5995687"/>
            <a:ext cx="1689904" cy="0"/>
          </a:xfrm>
          <a:prstGeom prst="line">
            <a:avLst/>
          </a:prstGeom>
          <a:ln w="12700"/>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81784496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Заголовок и объект">
    <p:spTree>
      <p:nvGrpSpPr>
        <p:cNvPr id="1" name=""/>
        <p:cNvGrpSpPr/>
        <p:nvPr/>
      </p:nvGrpSpPr>
      <p:grpSpPr>
        <a:xfrm>
          <a:off x="0" y="0"/>
          <a:ext cx="0" cy="0"/>
          <a:chOff x="0" y="0"/>
          <a:chExt cx="0" cy="0"/>
        </a:xfrm>
      </p:grpSpPr>
      <p:pic>
        <p:nvPicPr>
          <p:cNvPr id="8" name="Рисунок 7">
            <a:extLst>
              <a:ext uri="{FF2B5EF4-FFF2-40B4-BE49-F238E27FC236}">
                <a16:creationId xmlns:a16="http://schemas.microsoft.com/office/drawing/2014/main" id="{60328C38-4E83-27EA-9D01-DDDF734988CA}"/>
              </a:ext>
            </a:extLst>
          </p:cNvPr>
          <p:cNvPicPr>
            <a:picLocks noChangeAspect="1"/>
          </p:cNvPicPr>
          <p:nvPr userDrawn="1"/>
        </p:nvPicPr>
        <p:blipFill>
          <a:blip r:embed="rId2"/>
          <a:stretch>
            <a:fillRect/>
          </a:stretch>
        </p:blipFill>
        <p:spPr>
          <a:xfrm>
            <a:off x="5370576" y="3428234"/>
            <a:ext cx="6821424" cy="3429766"/>
          </a:xfrm>
          <a:prstGeom prst="rect">
            <a:avLst/>
          </a:prstGeom>
        </p:spPr>
      </p:pic>
      <p:pic>
        <p:nvPicPr>
          <p:cNvPr id="10" name="Рисунок 9">
            <a:extLst>
              <a:ext uri="{FF2B5EF4-FFF2-40B4-BE49-F238E27FC236}">
                <a16:creationId xmlns:a16="http://schemas.microsoft.com/office/drawing/2014/main" id="{B270B91D-A39E-3D53-DBBB-DF836D19BE1A}"/>
              </a:ext>
            </a:extLst>
          </p:cNvPr>
          <p:cNvPicPr>
            <a:picLocks noChangeAspect="1"/>
          </p:cNvPicPr>
          <p:nvPr userDrawn="1"/>
        </p:nvPicPr>
        <p:blipFill>
          <a:blip r:embed="rId3"/>
          <a:stretch>
            <a:fillRect/>
          </a:stretch>
        </p:blipFill>
        <p:spPr>
          <a:xfrm>
            <a:off x="0" y="0"/>
            <a:ext cx="4654518" cy="5239512"/>
          </a:xfrm>
          <a:prstGeom prst="rect">
            <a:avLst/>
          </a:prstGeom>
        </p:spPr>
      </p:pic>
      <p:sp>
        <p:nvSpPr>
          <p:cNvPr id="12" name="Заголовок 11">
            <a:extLst>
              <a:ext uri="{FF2B5EF4-FFF2-40B4-BE49-F238E27FC236}">
                <a16:creationId xmlns:a16="http://schemas.microsoft.com/office/drawing/2014/main" id="{3392E024-DB0F-45F6-7A0A-359A57817906}"/>
              </a:ext>
            </a:extLst>
          </p:cNvPr>
          <p:cNvSpPr>
            <a:spLocks noGrp="1"/>
          </p:cNvSpPr>
          <p:nvPr>
            <p:ph type="title"/>
          </p:nvPr>
        </p:nvSpPr>
        <p:spPr>
          <a:xfrm>
            <a:off x="612648" y="1216152"/>
            <a:ext cx="5184648" cy="4416552"/>
          </a:xfrm>
        </p:spPr>
        <p:txBody>
          <a:bodyPr lIns="0" rIns="0" rtlCol="0"/>
          <a:lstStyle>
            <a:lvl1pPr algn="r">
              <a:defRPr lang="ru-MO" sz="4800" cap="all" spc="400" baseline="0"/>
            </a:lvl1pPr>
          </a:lstStyle>
          <a:p>
            <a:pPr rtl="0"/>
            <a:r>
              <a:rPr lang="ru-RU" noProof="0"/>
              <a:t>Образец заголовка</a:t>
            </a:r>
          </a:p>
        </p:txBody>
      </p:sp>
      <p:sp>
        <p:nvSpPr>
          <p:cNvPr id="14" name="Объект 13">
            <a:extLst>
              <a:ext uri="{FF2B5EF4-FFF2-40B4-BE49-F238E27FC236}">
                <a16:creationId xmlns:a16="http://schemas.microsoft.com/office/drawing/2014/main" id="{59AC38BE-9C76-A3FA-7823-F4A4B43AB754}"/>
              </a:ext>
            </a:extLst>
          </p:cNvPr>
          <p:cNvSpPr>
            <a:spLocks noGrp="1"/>
          </p:cNvSpPr>
          <p:nvPr>
            <p:ph sz="quarter" idx="13" hasCustomPrompt="1"/>
          </p:nvPr>
        </p:nvSpPr>
        <p:spPr>
          <a:xfrm>
            <a:off x="6400800" y="1216025"/>
            <a:ext cx="5184648" cy="4416425"/>
          </a:xfrm>
        </p:spPr>
        <p:txBody>
          <a:bodyPr rtlCol="0" anchor="ctr"/>
          <a:lstStyle>
            <a:lvl1pPr marL="0" indent="0">
              <a:lnSpc>
                <a:spcPct val="150000"/>
              </a:lnSpc>
              <a:spcBef>
                <a:spcPts val="1000"/>
              </a:spcBef>
              <a:buNone/>
              <a:defRPr lang="ru-MO" sz="1600" spc="100" baseline="0"/>
            </a:lvl1pPr>
            <a:lvl2pPr marL="228600">
              <a:lnSpc>
                <a:spcPct val="150000"/>
              </a:lnSpc>
              <a:spcBef>
                <a:spcPts val="1000"/>
              </a:spcBef>
              <a:defRPr lang="ru-MO" sz="1600" spc="100" baseline="0"/>
            </a:lvl2pPr>
            <a:lvl3pPr marL="457200">
              <a:lnSpc>
                <a:spcPct val="150000"/>
              </a:lnSpc>
              <a:spcBef>
                <a:spcPts val="1000"/>
              </a:spcBef>
              <a:defRPr lang="ru-MO" sz="1600" spc="100" baseline="0"/>
            </a:lvl3pPr>
            <a:lvl4pPr marL="685800">
              <a:lnSpc>
                <a:spcPct val="150000"/>
              </a:lnSpc>
              <a:spcBef>
                <a:spcPts val="1000"/>
              </a:spcBef>
              <a:defRPr lang="ru-MO" sz="1600" spc="100" baseline="0"/>
            </a:lvl4pPr>
            <a:lvl5pPr marL="914400">
              <a:lnSpc>
                <a:spcPct val="150000"/>
              </a:lnSpc>
              <a:spcBef>
                <a:spcPts val="1000"/>
              </a:spcBef>
              <a:defRPr lang="ru-MO" sz="1600" spc="100" baseline="0"/>
            </a:lvl5pPr>
          </a:lstStyle>
          <a:p>
            <a:pPr lvl="0" rtl="0"/>
            <a:r>
              <a:rPr lang="ru-RU" noProof="0"/>
              <a:t>Щелкните, чтобы изменить стили текста образца слайда</a:t>
            </a:r>
          </a:p>
          <a:p>
            <a:pPr lvl="1" rtl="0"/>
            <a:r>
              <a:rPr lang="ru-RU" noProof="0"/>
              <a:t>Второй уровень</a:t>
            </a:r>
          </a:p>
          <a:p>
            <a:pPr lvl="2" rtl="0"/>
            <a:r>
              <a:rPr lang="ru-RU" noProof="0"/>
              <a:t>Третий уровень</a:t>
            </a:r>
          </a:p>
          <a:p>
            <a:pPr lvl="3" rtl="0"/>
            <a:r>
              <a:rPr lang="ru-RU" noProof="0"/>
              <a:t>Четвертый уровень</a:t>
            </a:r>
          </a:p>
          <a:p>
            <a:pPr lvl="4" rtl="0"/>
            <a:r>
              <a:rPr lang="ru-RU" noProof="0"/>
              <a:t>Пятый уровень</a:t>
            </a:r>
          </a:p>
        </p:txBody>
      </p:sp>
      <p:sp>
        <p:nvSpPr>
          <p:cNvPr id="3" name="Нижний колонтитул 2">
            <a:extLst>
              <a:ext uri="{FF2B5EF4-FFF2-40B4-BE49-F238E27FC236}">
                <a16:creationId xmlns:a16="http://schemas.microsoft.com/office/drawing/2014/main" id="{7AC6CA6E-C1AB-4B24-80C7-A4B12640BE6F}"/>
              </a:ext>
            </a:extLst>
          </p:cNvPr>
          <p:cNvSpPr>
            <a:spLocks noGrp="1"/>
          </p:cNvSpPr>
          <p:nvPr>
            <p:ph type="ftr" sz="quarter" idx="11"/>
          </p:nvPr>
        </p:nvSpPr>
        <p:spPr>
          <a:xfrm>
            <a:off x="4038600" y="11575"/>
            <a:ext cx="4114800" cy="856526"/>
          </a:xfrm>
          <a:prstGeom prst="rect">
            <a:avLst/>
          </a:prstGeom>
        </p:spPr>
        <p:txBody>
          <a:bodyPr rtlCol="0"/>
          <a:lstStyle>
            <a:defPPr>
              <a:defRPr lang="ru-MO"/>
            </a:defPPr>
          </a:lstStyle>
          <a:p>
            <a:pPr rtl="0"/>
            <a:r>
              <a:rPr lang="ru-RU" noProof="0"/>
              <a:t>ЗАГОЛОВОК ПРЕЗЕНТАЦИИ</a:t>
            </a:r>
          </a:p>
        </p:txBody>
      </p:sp>
      <p:sp>
        <p:nvSpPr>
          <p:cNvPr id="4" name="Номер слайда 3">
            <a:extLst>
              <a:ext uri="{FF2B5EF4-FFF2-40B4-BE49-F238E27FC236}">
                <a16:creationId xmlns:a16="http://schemas.microsoft.com/office/drawing/2014/main" id="{4F5EFB41-7AD3-4519-95E7-416BFA1AECAB}"/>
              </a:ext>
            </a:extLst>
          </p:cNvPr>
          <p:cNvSpPr>
            <a:spLocks noGrp="1"/>
          </p:cNvSpPr>
          <p:nvPr>
            <p:ph type="sldNum" sz="quarter" idx="12"/>
          </p:nvPr>
        </p:nvSpPr>
        <p:spPr>
          <a:xfrm>
            <a:off x="4038600" y="6006546"/>
            <a:ext cx="4114800" cy="851453"/>
          </a:xfrm>
          <a:prstGeom prst="rect">
            <a:avLst/>
          </a:prstGeom>
        </p:spPr>
        <p:txBody>
          <a:bodyPr rtlCol="0"/>
          <a:lstStyle>
            <a:defPPr>
              <a:defRPr lang="ru-MO"/>
            </a:defPPr>
          </a:lstStyle>
          <a:p>
            <a:pPr rtl="0"/>
            <a:fld id="{294A09A9-5501-47C1-A89A-A340965A2BE2}" type="slidenum">
              <a:rPr lang="ru-RU" noProof="0" smtClean="0"/>
              <a:t>‹#›</a:t>
            </a:fld>
            <a:endParaRPr lang="ru-RU" noProof="0"/>
          </a:p>
        </p:txBody>
      </p:sp>
      <p:cxnSp>
        <p:nvCxnSpPr>
          <p:cNvPr id="5" name="Прямая соединительная линия 4">
            <a:extLst>
              <a:ext uri="{FF2B5EF4-FFF2-40B4-BE49-F238E27FC236}">
                <a16:creationId xmlns:a16="http://schemas.microsoft.com/office/drawing/2014/main" id="{C35C8AF3-79E7-17ED-9EB4-3006B31E422C}"/>
              </a:ext>
            </a:extLst>
          </p:cNvPr>
          <p:cNvCxnSpPr>
            <a:cxnSpLocks/>
          </p:cNvCxnSpPr>
          <p:nvPr userDrawn="1"/>
        </p:nvCxnSpPr>
        <p:spPr>
          <a:xfrm>
            <a:off x="5251048" y="868101"/>
            <a:ext cx="1689904" cy="0"/>
          </a:xfrm>
          <a:prstGeom prst="line">
            <a:avLst/>
          </a:prstGeom>
          <a:ln w="12700"/>
        </p:spPr>
        <p:style>
          <a:lnRef idx="1">
            <a:schemeClr val="dk1"/>
          </a:lnRef>
          <a:fillRef idx="0">
            <a:schemeClr val="dk1"/>
          </a:fillRef>
          <a:effectRef idx="0">
            <a:schemeClr val="dk1"/>
          </a:effectRef>
          <a:fontRef idx="minor">
            <a:schemeClr val="tx1"/>
          </a:fontRef>
        </p:style>
      </p:cxnSp>
      <p:cxnSp>
        <p:nvCxnSpPr>
          <p:cNvPr id="6" name="Прямая соединительная линия 5">
            <a:extLst>
              <a:ext uri="{FF2B5EF4-FFF2-40B4-BE49-F238E27FC236}">
                <a16:creationId xmlns:a16="http://schemas.microsoft.com/office/drawing/2014/main" id="{875A76CC-ED26-C4F7-5AB6-59D1A4C4A7F2}"/>
              </a:ext>
            </a:extLst>
          </p:cNvPr>
          <p:cNvCxnSpPr>
            <a:cxnSpLocks/>
          </p:cNvCxnSpPr>
          <p:nvPr userDrawn="1"/>
        </p:nvCxnSpPr>
        <p:spPr>
          <a:xfrm>
            <a:off x="5251048" y="5995687"/>
            <a:ext cx="1689904" cy="0"/>
          </a:xfrm>
          <a:prstGeom prst="line">
            <a:avLst/>
          </a:prstGeom>
          <a:ln w="12700"/>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2615044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Заголовок раздела">
    <p:spTree>
      <p:nvGrpSpPr>
        <p:cNvPr id="1" name=""/>
        <p:cNvGrpSpPr/>
        <p:nvPr/>
      </p:nvGrpSpPr>
      <p:grpSpPr>
        <a:xfrm>
          <a:off x="0" y="0"/>
          <a:ext cx="0" cy="0"/>
          <a:chOff x="0" y="0"/>
          <a:chExt cx="0" cy="0"/>
        </a:xfrm>
      </p:grpSpPr>
      <p:pic>
        <p:nvPicPr>
          <p:cNvPr id="5" name="Рисунок 4">
            <a:extLst>
              <a:ext uri="{FF2B5EF4-FFF2-40B4-BE49-F238E27FC236}">
                <a16:creationId xmlns:a16="http://schemas.microsoft.com/office/drawing/2014/main" id="{3FEC1861-1570-5A6A-D3BA-4A17F008A562}"/>
              </a:ext>
            </a:extLst>
          </p:cNvPr>
          <p:cNvPicPr>
            <a:picLocks noChangeAspect="1"/>
          </p:cNvPicPr>
          <p:nvPr userDrawn="1"/>
        </p:nvPicPr>
        <p:blipFill>
          <a:blip r:embed="rId2"/>
          <a:srcRect/>
          <a:stretch/>
        </p:blipFill>
        <p:spPr>
          <a:xfrm>
            <a:off x="0" y="0"/>
            <a:ext cx="12192000" cy="6858000"/>
          </a:xfrm>
          <a:prstGeom prst="rect">
            <a:avLst/>
          </a:prstGeom>
        </p:spPr>
      </p:pic>
      <p:sp>
        <p:nvSpPr>
          <p:cNvPr id="6" name="Заголовок 1">
            <a:extLst>
              <a:ext uri="{FF2B5EF4-FFF2-40B4-BE49-F238E27FC236}">
                <a16:creationId xmlns:a16="http://schemas.microsoft.com/office/drawing/2014/main" id="{10B0FF2F-3458-EA78-83DC-46FB2E5CE154}"/>
              </a:ext>
            </a:extLst>
          </p:cNvPr>
          <p:cNvSpPr>
            <a:spLocks noGrp="1"/>
          </p:cNvSpPr>
          <p:nvPr>
            <p:ph type="ctrTitle" hasCustomPrompt="1"/>
          </p:nvPr>
        </p:nvSpPr>
        <p:spPr>
          <a:xfrm>
            <a:off x="1078992" y="1956816"/>
            <a:ext cx="10040112" cy="2387600"/>
          </a:xfrm>
        </p:spPr>
        <p:txBody>
          <a:bodyPr rtlCol="0" anchor="t">
            <a:noAutofit/>
          </a:bodyPr>
          <a:lstStyle>
            <a:lvl1pPr algn="l">
              <a:defRPr lang="ru-MO" sz="9600" spc="300" baseline="0">
                <a:ln w="28575">
                  <a:solidFill>
                    <a:schemeClr val="tx1"/>
                  </a:solidFill>
                </a:ln>
                <a:noFill/>
              </a:defRPr>
            </a:lvl1pPr>
          </a:lstStyle>
          <a:p>
            <a:pPr rtl="0"/>
            <a:r>
              <a:rPr lang="ru-RU" noProof="0"/>
              <a:t>СТИЛЬ ОБРАЗЦА ЗАГОЛОВКА</a:t>
            </a:r>
          </a:p>
        </p:txBody>
      </p:sp>
      <p:sp>
        <p:nvSpPr>
          <p:cNvPr id="10" name="Подзаголовок 2">
            <a:extLst>
              <a:ext uri="{FF2B5EF4-FFF2-40B4-BE49-F238E27FC236}">
                <a16:creationId xmlns:a16="http://schemas.microsoft.com/office/drawing/2014/main" id="{DC93615E-193E-5253-6EE0-EC01791E3A3A}"/>
              </a:ext>
            </a:extLst>
          </p:cNvPr>
          <p:cNvSpPr>
            <a:spLocks noGrp="1"/>
          </p:cNvSpPr>
          <p:nvPr>
            <p:ph type="subTitle" idx="1"/>
          </p:nvPr>
        </p:nvSpPr>
        <p:spPr>
          <a:xfrm>
            <a:off x="1078992" y="4901184"/>
            <a:ext cx="10040112" cy="1280160"/>
          </a:xfrm>
        </p:spPr>
        <p:txBody>
          <a:bodyPr rtlCol="0"/>
          <a:lstStyle>
            <a:lvl1pPr marL="0" indent="0" algn="l">
              <a:buNone/>
              <a:defRPr lang="ru-MO" sz="2400" b="1" baseline="0">
                <a:latin typeface="+mn-lt"/>
              </a:defRPr>
            </a:lvl1pPr>
            <a:lvl2pPr marL="457200" indent="0" algn="ctr">
              <a:buNone/>
              <a:defRPr lang="ru-MO" sz="2000"/>
            </a:lvl2pPr>
            <a:lvl3pPr marL="914400" indent="0" algn="ctr">
              <a:buNone/>
              <a:defRPr lang="ru-MO" sz="1800"/>
            </a:lvl3pPr>
            <a:lvl4pPr marL="1371600" indent="0" algn="ctr">
              <a:buNone/>
              <a:defRPr lang="ru-MO" sz="1600"/>
            </a:lvl4pPr>
            <a:lvl5pPr marL="1828800" indent="0" algn="ctr">
              <a:buNone/>
              <a:defRPr lang="ru-MO" sz="1600"/>
            </a:lvl5pPr>
            <a:lvl6pPr marL="2286000" indent="0" algn="ctr">
              <a:buNone/>
              <a:defRPr lang="ru-MO" sz="1600"/>
            </a:lvl6pPr>
            <a:lvl7pPr marL="2743200" indent="0" algn="ctr">
              <a:buNone/>
              <a:defRPr lang="ru-MO" sz="1600"/>
            </a:lvl7pPr>
            <a:lvl8pPr marL="3200400" indent="0" algn="ctr">
              <a:buNone/>
              <a:defRPr lang="ru-MO" sz="1600"/>
            </a:lvl8pPr>
            <a:lvl9pPr marL="3657600" indent="0" algn="ctr">
              <a:buNone/>
              <a:defRPr lang="ru-MO" sz="1600"/>
            </a:lvl9pPr>
          </a:lstStyle>
          <a:p>
            <a:pPr rtl="0"/>
            <a:r>
              <a:rPr lang="ru-RU" noProof="0"/>
              <a:t>Образец подзаголовка</a:t>
            </a:r>
          </a:p>
        </p:txBody>
      </p:sp>
    </p:spTree>
    <p:extLst>
      <p:ext uri="{BB962C8B-B14F-4D97-AF65-F5344CB8AC3E}">
        <p14:creationId xmlns:p14="http://schemas.microsoft.com/office/powerpoint/2010/main" val="28026350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Заголовок и содержимое 2">
    <p:spTree>
      <p:nvGrpSpPr>
        <p:cNvPr id="1" name=""/>
        <p:cNvGrpSpPr/>
        <p:nvPr/>
      </p:nvGrpSpPr>
      <p:grpSpPr>
        <a:xfrm>
          <a:off x="0" y="0"/>
          <a:ext cx="0" cy="0"/>
          <a:chOff x="0" y="0"/>
          <a:chExt cx="0" cy="0"/>
        </a:xfrm>
      </p:grpSpPr>
      <p:pic>
        <p:nvPicPr>
          <p:cNvPr id="7" name="Рисунок 6">
            <a:extLst>
              <a:ext uri="{FF2B5EF4-FFF2-40B4-BE49-F238E27FC236}">
                <a16:creationId xmlns:a16="http://schemas.microsoft.com/office/drawing/2014/main" id="{4437D9B2-AE86-9092-7072-0F717E3CA831}"/>
              </a:ext>
            </a:extLst>
          </p:cNvPr>
          <p:cNvPicPr>
            <a:picLocks noChangeAspect="1"/>
          </p:cNvPicPr>
          <p:nvPr userDrawn="1"/>
        </p:nvPicPr>
        <p:blipFill>
          <a:blip r:embed="rId2"/>
          <a:stretch>
            <a:fillRect/>
          </a:stretch>
        </p:blipFill>
        <p:spPr>
          <a:xfrm>
            <a:off x="0" y="3655535"/>
            <a:ext cx="4727448" cy="3202465"/>
          </a:xfrm>
          <a:prstGeom prst="rect">
            <a:avLst/>
          </a:prstGeom>
        </p:spPr>
      </p:pic>
      <p:pic>
        <p:nvPicPr>
          <p:cNvPr id="9" name="Рисунок 8">
            <a:extLst>
              <a:ext uri="{FF2B5EF4-FFF2-40B4-BE49-F238E27FC236}">
                <a16:creationId xmlns:a16="http://schemas.microsoft.com/office/drawing/2014/main" id="{5BF7E0A5-7E8E-4A90-B415-12984C7AB24C}"/>
              </a:ext>
            </a:extLst>
          </p:cNvPr>
          <p:cNvPicPr>
            <a:picLocks noChangeAspect="1"/>
          </p:cNvPicPr>
          <p:nvPr userDrawn="1"/>
        </p:nvPicPr>
        <p:blipFill>
          <a:blip r:embed="rId3"/>
          <a:stretch>
            <a:fillRect/>
          </a:stretch>
        </p:blipFill>
        <p:spPr>
          <a:xfrm>
            <a:off x="6548245" y="0"/>
            <a:ext cx="5643755" cy="2313432"/>
          </a:xfrm>
          <a:prstGeom prst="rect">
            <a:avLst/>
          </a:prstGeom>
        </p:spPr>
      </p:pic>
      <p:sp>
        <p:nvSpPr>
          <p:cNvPr id="12" name="Заголовок 11">
            <a:extLst>
              <a:ext uri="{FF2B5EF4-FFF2-40B4-BE49-F238E27FC236}">
                <a16:creationId xmlns:a16="http://schemas.microsoft.com/office/drawing/2014/main" id="{3392E024-DB0F-45F6-7A0A-359A57817906}"/>
              </a:ext>
            </a:extLst>
          </p:cNvPr>
          <p:cNvSpPr>
            <a:spLocks noGrp="1"/>
          </p:cNvSpPr>
          <p:nvPr>
            <p:ph type="title"/>
          </p:nvPr>
        </p:nvSpPr>
        <p:spPr>
          <a:xfrm>
            <a:off x="612648" y="1216152"/>
            <a:ext cx="5184648" cy="4416552"/>
          </a:xfrm>
        </p:spPr>
        <p:txBody>
          <a:bodyPr lIns="0" rIns="0" rtlCol="0"/>
          <a:lstStyle>
            <a:lvl1pPr algn="r">
              <a:defRPr lang="ru-MO" sz="4800" cap="all" spc="400" baseline="0"/>
            </a:lvl1pPr>
          </a:lstStyle>
          <a:p>
            <a:pPr rtl="0"/>
            <a:r>
              <a:rPr lang="ru-RU" noProof="0"/>
              <a:t>Образец заголовка</a:t>
            </a:r>
          </a:p>
        </p:txBody>
      </p:sp>
      <p:sp>
        <p:nvSpPr>
          <p:cNvPr id="14" name="Объект 13">
            <a:extLst>
              <a:ext uri="{FF2B5EF4-FFF2-40B4-BE49-F238E27FC236}">
                <a16:creationId xmlns:a16="http://schemas.microsoft.com/office/drawing/2014/main" id="{59AC38BE-9C76-A3FA-7823-F4A4B43AB754}"/>
              </a:ext>
            </a:extLst>
          </p:cNvPr>
          <p:cNvSpPr>
            <a:spLocks noGrp="1"/>
          </p:cNvSpPr>
          <p:nvPr>
            <p:ph sz="quarter" idx="13" hasCustomPrompt="1"/>
          </p:nvPr>
        </p:nvSpPr>
        <p:spPr>
          <a:xfrm>
            <a:off x="6400800" y="1216025"/>
            <a:ext cx="5184648" cy="4416425"/>
          </a:xfrm>
        </p:spPr>
        <p:txBody>
          <a:bodyPr rtlCol="0" anchor="ctr"/>
          <a:lstStyle>
            <a:lvl1pPr marL="0" indent="0">
              <a:lnSpc>
                <a:spcPct val="150000"/>
              </a:lnSpc>
              <a:spcBef>
                <a:spcPts val="1000"/>
              </a:spcBef>
              <a:buNone/>
              <a:defRPr lang="ru-MO" sz="1600" spc="100" baseline="0"/>
            </a:lvl1pPr>
            <a:lvl2pPr marL="228600">
              <a:lnSpc>
                <a:spcPct val="150000"/>
              </a:lnSpc>
              <a:spcBef>
                <a:spcPts val="1000"/>
              </a:spcBef>
              <a:defRPr lang="ru-MO" sz="1600" spc="100" baseline="0"/>
            </a:lvl2pPr>
            <a:lvl3pPr marL="457200">
              <a:lnSpc>
                <a:spcPct val="150000"/>
              </a:lnSpc>
              <a:spcBef>
                <a:spcPts val="1000"/>
              </a:spcBef>
              <a:defRPr lang="ru-MO" sz="1600" spc="100" baseline="0"/>
            </a:lvl3pPr>
            <a:lvl4pPr marL="685800">
              <a:lnSpc>
                <a:spcPct val="150000"/>
              </a:lnSpc>
              <a:spcBef>
                <a:spcPts val="1000"/>
              </a:spcBef>
              <a:defRPr lang="ru-MO" sz="1600" spc="100" baseline="0"/>
            </a:lvl4pPr>
            <a:lvl5pPr marL="914400">
              <a:lnSpc>
                <a:spcPct val="150000"/>
              </a:lnSpc>
              <a:spcBef>
                <a:spcPts val="1000"/>
              </a:spcBef>
              <a:defRPr lang="ru-MO" sz="1600" spc="100" baseline="0"/>
            </a:lvl5pPr>
          </a:lstStyle>
          <a:p>
            <a:pPr lvl="0" rtl="0"/>
            <a:r>
              <a:rPr lang="ru-RU" noProof="0"/>
              <a:t>Щелкните, чтобы изменить стили текста образца слайда</a:t>
            </a:r>
          </a:p>
          <a:p>
            <a:pPr lvl="1" rtl="0"/>
            <a:r>
              <a:rPr lang="ru-RU" noProof="0"/>
              <a:t>Второй уровень</a:t>
            </a:r>
          </a:p>
          <a:p>
            <a:pPr lvl="2" rtl="0"/>
            <a:r>
              <a:rPr lang="ru-RU" noProof="0"/>
              <a:t>Третий уровень</a:t>
            </a:r>
          </a:p>
          <a:p>
            <a:pPr lvl="3" rtl="0"/>
            <a:r>
              <a:rPr lang="ru-RU" noProof="0"/>
              <a:t>Четвертый уровень</a:t>
            </a:r>
          </a:p>
          <a:p>
            <a:pPr lvl="4" rtl="0"/>
            <a:r>
              <a:rPr lang="ru-RU" noProof="0"/>
              <a:t>Пятый уровень</a:t>
            </a:r>
          </a:p>
        </p:txBody>
      </p:sp>
      <p:sp>
        <p:nvSpPr>
          <p:cNvPr id="3" name="Нижний колонтитул 2">
            <a:extLst>
              <a:ext uri="{FF2B5EF4-FFF2-40B4-BE49-F238E27FC236}">
                <a16:creationId xmlns:a16="http://schemas.microsoft.com/office/drawing/2014/main" id="{7AC6CA6E-C1AB-4B24-80C7-A4B12640BE6F}"/>
              </a:ext>
            </a:extLst>
          </p:cNvPr>
          <p:cNvSpPr>
            <a:spLocks noGrp="1"/>
          </p:cNvSpPr>
          <p:nvPr>
            <p:ph type="ftr" sz="quarter" idx="11"/>
          </p:nvPr>
        </p:nvSpPr>
        <p:spPr>
          <a:xfrm>
            <a:off x="4038600" y="11575"/>
            <a:ext cx="4114800" cy="856526"/>
          </a:xfrm>
          <a:prstGeom prst="rect">
            <a:avLst/>
          </a:prstGeom>
        </p:spPr>
        <p:txBody>
          <a:bodyPr rtlCol="0"/>
          <a:lstStyle>
            <a:defPPr>
              <a:defRPr lang="ru-MO"/>
            </a:defPPr>
          </a:lstStyle>
          <a:p>
            <a:pPr rtl="0"/>
            <a:r>
              <a:rPr lang="ru-RU" noProof="0"/>
              <a:t>ЗАГОЛОВОК ПРЕЗЕНТАЦИИ</a:t>
            </a:r>
          </a:p>
        </p:txBody>
      </p:sp>
      <p:sp>
        <p:nvSpPr>
          <p:cNvPr id="4" name="Номер слайда 3">
            <a:extLst>
              <a:ext uri="{FF2B5EF4-FFF2-40B4-BE49-F238E27FC236}">
                <a16:creationId xmlns:a16="http://schemas.microsoft.com/office/drawing/2014/main" id="{4F5EFB41-7AD3-4519-95E7-416BFA1AECAB}"/>
              </a:ext>
            </a:extLst>
          </p:cNvPr>
          <p:cNvSpPr>
            <a:spLocks noGrp="1"/>
          </p:cNvSpPr>
          <p:nvPr>
            <p:ph type="sldNum" sz="quarter" idx="12"/>
          </p:nvPr>
        </p:nvSpPr>
        <p:spPr>
          <a:xfrm>
            <a:off x="4038600" y="6006546"/>
            <a:ext cx="4114800" cy="851453"/>
          </a:xfrm>
          <a:prstGeom prst="rect">
            <a:avLst/>
          </a:prstGeom>
        </p:spPr>
        <p:txBody>
          <a:bodyPr rtlCol="0"/>
          <a:lstStyle>
            <a:defPPr>
              <a:defRPr lang="ru-MO"/>
            </a:defPPr>
          </a:lstStyle>
          <a:p>
            <a:pPr rtl="0"/>
            <a:fld id="{294A09A9-5501-47C1-A89A-A340965A2BE2}" type="slidenum">
              <a:rPr lang="ru-RU" noProof="0" smtClean="0"/>
              <a:t>‹#›</a:t>
            </a:fld>
            <a:endParaRPr lang="ru-RU" noProof="0"/>
          </a:p>
        </p:txBody>
      </p:sp>
      <p:cxnSp>
        <p:nvCxnSpPr>
          <p:cNvPr id="5" name="Прямая соединительная линия 4">
            <a:extLst>
              <a:ext uri="{FF2B5EF4-FFF2-40B4-BE49-F238E27FC236}">
                <a16:creationId xmlns:a16="http://schemas.microsoft.com/office/drawing/2014/main" id="{C35C8AF3-79E7-17ED-9EB4-3006B31E422C}"/>
              </a:ext>
            </a:extLst>
          </p:cNvPr>
          <p:cNvCxnSpPr>
            <a:cxnSpLocks/>
          </p:cNvCxnSpPr>
          <p:nvPr userDrawn="1"/>
        </p:nvCxnSpPr>
        <p:spPr>
          <a:xfrm>
            <a:off x="5251048" y="868101"/>
            <a:ext cx="1689904" cy="0"/>
          </a:xfrm>
          <a:prstGeom prst="line">
            <a:avLst/>
          </a:prstGeom>
          <a:ln w="12700"/>
        </p:spPr>
        <p:style>
          <a:lnRef idx="1">
            <a:schemeClr val="dk1"/>
          </a:lnRef>
          <a:fillRef idx="0">
            <a:schemeClr val="dk1"/>
          </a:fillRef>
          <a:effectRef idx="0">
            <a:schemeClr val="dk1"/>
          </a:effectRef>
          <a:fontRef idx="minor">
            <a:schemeClr val="tx1"/>
          </a:fontRef>
        </p:style>
      </p:cxnSp>
      <p:cxnSp>
        <p:nvCxnSpPr>
          <p:cNvPr id="6" name="Прямая соединительная линия 5">
            <a:extLst>
              <a:ext uri="{FF2B5EF4-FFF2-40B4-BE49-F238E27FC236}">
                <a16:creationId xmlns:a16="http://schemas.microsoft.com/office/drawing/2014/main" id="{875A76CC-ED26-C4F7-5AB6-59D1A4C4A7F2}"/>
              </a:ext>
            </a:extLst>
          </p:cNvPr>
          <p:cNvCxnSpPr>
            <a:cxnSpLocks/>
          </p:cNvCxnSpPr>
          <p:nvPr userDrawn="1"/>
        </p:nvCxnSpPr>
        <p:spPr>
          <a:xfrm>
            <a:off x="5251048" y="5995687"/>
            <a:ext cx="1689904" cy="0"/>
          </a:xfrm>
          <a:prstGeom prst="line">
            <a:avLst/>
          </a:prstGeom>
          <a:ln w="12700"/>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6368021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Заголовок и содержимое 3">
    <p:spTree>
      <p:nvGrpSpPr>
        <p:cNvPr id="1" name=""/>
        <p:cNvGrpSpPr/>
        <p:nvPr/>
      </p:nvGrpSpPr>
      <p:grpSpPr>
        <a:xfrm>
          <a:off x="0" y="0"/>
          <a:ext cx="0" cy="0"/>
          <a:chOff x="0" y="0"/>
          <a:chExt cx="0" cy="0"/>
        </a:xfrm>
      </p:grpSpPr>
      <p:pic>
        <p:nvPicPr>
          <p:cNvPr id="5" name="Рисунок 4">
            <a:extLst>
              <a:ext uri="{FF2B5EF4-FFF2-40B4-BE49-F238E27FC236}">
                <a16:creationId xmlns:a16="http://schemas.microsoft.com/office/drawing/2014/main" id="{AEFA7995-D0F4-05F2-CDF1-463407E3BA08}"/>
              </a:ext>
            </a:extLst>
          </p:cNvPr>
          <p:cNvPicPr>
            <a:picLocks noChangeAspect="1"/>
          </p:cNvPicPr>
          <p:nvPr userDrawn="1"/>
        </p:nvPicPr>
        <p:blipFill>
          <a:blip r:embed="rId2"/>
          <a:stretch>
            <a:fillRect/>
          </a:stretch>
        </p:blipFill>
        <p:spPr>
          <a:xfrm>
            <a:off x="7031909" y="0"/>
            <a:ext cx="5160091" cy="4041648"/>
          </a:xfrm>
          <a:prstGeom prst="rect">
            <a:avLst/>
          </a:prstGeom>
        </p:spPr>
      </p:pic>
      <p:pic>
        <p:nvPicPr>
          <p:cNvPr id="7" name="Рисунок 6">
            <a:extLst>
              <a:ext uri="{FF2B5EF4-FFF2-40B4-BE49-F238E27FC236}">
                <a16:creationId xmlns:a16="http://schemas.microsoft.com/office/drawing/2014/main" id="{792D768B-E662-B315-7576-313DFCE2AB40}"/>
              </a:ext>
            </a:extLst>
          </p:cNvPr>
          <p:cNvPicPr>
            <a:picLocks noChangeAspect="1"/>
          </p:cNvPicPr>
          <p:nvPr userDrawn="1"/>
        </p:nvPicPr>
        <p:blipFill>
          <a:blip r:embed="rId3"/>
          <a:stretch>
            <a:fillRect/>
          </a:stretch>
        </p:blipFill>
        <p:spPr>
          <a:xfrm>
            <a:off x="0" y="3127248"/>
            <a:ext cx="4162200" cy="3730752"/>
          </a:xfrm>
          <a:prstGeom prst="rect">
            <a:avLst/>
          </a:prstGeom>
        </p:spPr>
      </p:pic>
      <p:sp>
        <p:nvSpPr>
          <p:cNvPr id="2" name="Заголовок 1">
            <a:extLst>
              <a:ext uri="{FF2B5EF4-FFF2-40B4-BE49-F238E27FC236}">
                <a16:creationId xmlns:a16="http://schemas.microsoft.com/office/drawing/2014/main" id="{5A0D1FF5-7EF8-4250-A259-43050ABBD3B6}"/>
              </a:ext>
            </a:extLst>
          </p:cNvPr>
          <p:cNvSpPr>
            <a:spLocks noGrp="1"/>
          </p:cNvSpPr>
          <p:nvPr>
            <p:ph type="title"/>
          </p:nvPr>
        </p:nvSpPr>
        <p:spPr>
          <a:xfrm>
            <a:off x="612648" y="868679"/>
            <a:ext cx="10972800" cy="1572768"/>
          </a:xfrm>
        </p:spPr>
        <p:txBody>
          <a:bodyPr lIns="91440" tIns="182880" rIns="91440" bIns="0" rtlCol="0"/>
          <a:lstStyle>
            <a:lvl1pPr algn="ctr">
              <a:lnSpc>
                <a:spcPct val="90000"/>
              </a:lnSpc>
              <a:defRPr lang="ru-MO" sz="4800" spc="400" baseline="0"/>
            </a:lvl1pPr>
          </a:lstStyle>
          <a:p>
            <a:pPr rtl="0"/>
            <a:r>
              <a:rPr lang="ru-RU" noProof="0"/>
              <a:t>Образец заголовка</a:t>
            </a:r>
          </a:p>
        </p:txBody>
      </p:sp>
      <p:sp>
        <p:nvSpPr>
          <p:cNvPr id="4" name="Объект 3">
            <a:extLst>
              <a:ext uri="{FF2B5EF4-FFF2-40B4-BE49-F238E27FC236}">
                <a16:creationId xmlns:a16="http://schemas.microsoft.com/office/drawing/2014/main" id="{C752CCA9-53A3-4DA5-AD45-C2A2C12A3A6A}"/>
              </a:ext>
            </a:extLst>
          </p:cNvPr>
          <p:cNvSpPr>
            <a:spLocks noGrp="1"/>
          </p:cNvSpPr>
          <p:nvPr>
            <p:ph sz="half" idx="2" hasCustomPrompt="1"/>
          </p:nvPr>
        </p:nvSpPr>
        <p:spPr>
          <a:xfrm>
            <a:off x="612647" y="2441448"/>
            <a:ext cx="10972800" cy="3044952"/>
          </a:xfrm>
        </p:spPr>
        <p:txBody>
          <a:bodyPr rtlCol="0"/>
          <a:lstStyle>
            <a:lvl1pPr>
              <a:lnSpc>
                <a:spcPct val="100000"/>
              </a:lnSpc>
              <a:spcBef>
                <a:spcPts val="1000"/>
              </a:spcBef>
              <a:defRPr lang="ru-MO" sz="1600" spc="100" baseline="0"/>
            </a:lvl1pPr>
            <a:lvl2pPr>
              <a:lnSpc>
                <a:spcPct val="100000"/>
              </a:lnSpc>
              <a:spcBef>
                <a:spcPts val="1000"/>
              </a:spcBef>
              <a:defRPr lang="ru-MO" sz="1400" spc="100" baseline="0"/>
            </a:lvl2pPr>
            <a:lvl3pPr>
              <a:lnSpc>
                <a:spcPct val="100000"/>
              </a:lnSpc>
              <a:spcBef>
                <a:spcPts val="1000"/>
              </a:spcBef>
              <a:defRPr lang="ru-MO" sz="1200" spc="100" baseline="0"/>
            </a:lvl3pPr>
            <a:lvl4pPr>
              <a:lnSpc>
                <a:spcPct val="100000"/>
              </a:lnSpc>
              <a:spcBef>
                <a:spcPts val="1000"/>
              </a:spcBef>
              <a:defRPr lang="ru-MO" sz="1100" spc="100" baseline="0"/>
            </a:lvl4pPr>
            <a:lvl5pPr>
              <a:lnSpc>
                <a:spcPct val="100000"/>
              </a:lnSpc>
              <a:spcBef>
                <a:spcPts val="1000"/>
              </a:spcBef>
              <a:defRPr lang="ru-MO" sz="1100" spc="100" baseline="0"/>
            </a:lvl5pPr>
          </a:lstStyle>
          <a:p>
            <a:pPr lvl="0" rtl="0"/>
            <a:r>
              <a:rPr lang="ru-RU" noProof="0"/>
              <a:t>Щелкните, чтобы изменить стили текста образца слайда</a:t>
            </a:r>
          </a:p>
          <a:p>
            <a:pPr lvl="1" rtl="0"/>
            <a:r>
              <a:rPr lang="ru-RU" noProof="0"/>
              <a:t>Второй уровень</a:t>
            </a:r>
          </a:p>
          <a:p>
            <a:pPr lvl="2" rtl="0"/>
            <a:r>
              <a:rPr lang="ru-RU" noProof="0"/>
              <a:t>Третий уровень</a:t>
            </a:r>
          </a:p>
          <a:p>
            <a:pPr lvl="3" rtl="0"/>
            <a:r>
              <a:rPr lang="ru-RU" noProof="0"/>
              <a:t>Четвертый уровень</a:t>
            </a:r>
          </a:p>
          <a:p>
            <a:pPr lvl="4" rtl="0"/>
            <a:r>
              <a:rPr lang="ru-RU" noProof="0"/>
              <a:t>Пятый уровень</a:t>
            </a:r>
          </a:p>
        </p:txBody>
      </p:sp>
      <p:sp>
        <p:nvSpPr>
          <p:cNvPr id="8" name="Нижний колонтитул 7">
            <a:extLst>
              <a:ext uri="{FF2B5EF4-FFF2-40B4-BE49-F238E27FC236}">
                <a16:creationId xmlns:a16="http://schemas.microsoft.com/office/drawing/2014/main" id="{3A51CCCC-1589-401D-AE98-FC28716301EF}"/>
              </a:ext>
            </a:extLst>
          </p:cNvPr>
          <p:cNvSpPr>
            <a:spLocks noGrp="1"/>
          </p:cNvSpPr>
          <p:nvPr>
            <p:ph type="ftr" sz="quarter" idx="11"/>
          </p:nvPr>
        </p:nvSpPr>
        <p:spPr>
          <a:xfrm>
            <a:off x="4038600" y="11575"/>
            <a:ext cx="4114800" cy="856526"/>
          </a:xfrm>
          <a:prstGeom prst="rect">
            <a:avLst/>
          </a:prstGeom>
        </p:spPr>
        <p:txBody>
          <a:bodyPr rtlCol="0"/>
          <a:lstStyle>
            <a:defPPr>
              <a:defRPr lang="ru-MO"/>
            </a:defPPr>
          </a:lstStyle>
          <a:p>
            <a:pPr rtl="0"/>
            <a:r>
              <a:rPr lang="ru-RU" noProof="0"/>
              <a:t>ЗАГОЛОВОК ПРЕЗЕНТАЦИИ</a:t>
            </a:r>
          </a:p>
        </p:txBody>
      </p:sp>
      <p:sp>
        <p:nvSpPr>
          <p:cNvPr id="9" name="Номер слайда 8">
            <a:extLst>
              <a:ext uri="{FF2B5EF4-FFF2-40B4-BE49-F238E27FC236}">
                <a16:creationId xmlns:a16="http://schemas.microsoft.com/office/drawing/2014/main" id="{285D9D7D-8D9A-473E-AF0D-EF1940D793C3}"/>
              </a:ext>
            </a:extLst>
          </p:cNvPr>
          <p:cNvSpPr>
            <a:spLocks noGrp="1"/>
          </p:cNvSpPr>
          <p:nvPr>
            <p:ph type="sldNum" sz="quarter" idx="12"/>
          </p:nvPr>
        </p:nvSpPr>
        <p:spPr>
          <a:xfrm>
            <a:off x="4038600" y="6006546"/>
            <a:ext cx="4114800" cy="851453"/>
          </a:xfrm>
          <a:prstGeom prst="rect">
            <a:avLst/>
          </a:prstGeom>
        </p:spPr>
        <p:txBody>
          <a:bodyPr rtlCol="0"/>
          <a:lstStyle>
            <a:defPPr>
              <a:defRPr lang="ru-MO"/>
            </a:defPPr>
          </a:lstStyle>
          <a:p>
            <a:pPr rtl="0"/>
            <a:fld id="{294A09A9-5501-47C1-A89A-A340965A2BE2}" type="slidenum">
              <a:rPr lang="ru-RU" noProof="0" smtClean="0"/>
              <a:t>‹#›</a:t>
            </a:fld>
            <a:endParaRPr lang="ru-RU" noProof="0"/>
          </a:p>
        </p:txBody>
      </p:sp>
      <p:cxnSp>
        <p:nvCxnSpPr>
          <p:cNvPr id="10" name="Прямая соединительная линия 9">
            <a:extLst>
              <a:ext uri="{FF2B5EF4-FFF2-40B4-BE49-F238E27FC236}">
                <a16:creationId xmlns:a16="http://schemas.microsoft.com/office/drawing/2014/main" id="{B7AC635D-0E01-2452-CC44-1DAE0F96DF63}"/>
              </a:ext>
            </a:extLst>
          </p:cNvPr>
          <p:cNvCxnSpPr>
            <a:cxnSpLocks/>
          </p:cNvCxnSpPr>
          <p:nvPr userDrawn="1"/>
        </p:nvCxnSpPr>
        <p:spPr>
          <a:xfrm>
            <a:off x="5251048" y="868101"/>
            <a:ext cx="1689904" cy="0"/>
          </a:xfrm>
          <a:prstGeom prst="line">
            <a:avLst/>
          </a:prstGeom>
          <a:ln w="12700"/>
        </p:spPr>
        <p:style>
          <a:lnRef idx="1">
            <a:schemeClr val="dk1"/>
          </a:lnRef>
          <a:fillRef idx="0">
            <a:schemeClr val="dk1"/>
          </a:fillRef>
          <a:effectRef idx="0">
            <a:schemeClr val="dk1"/>
          </a:effectRef>
          <a:fontRef idx="minor">
            <a:schemeClr val="tx1"/>
          </a:fontRef>
        </p:style>
      </p:cxnSp>
      <p:cxnSp>
        <p:nvCxnSpPr>
          <p:cNvPr id="11" name="Прямая соединительная линия 10">
            <a:extLst>
              <a:ext uri="{FF2B5EF4-FFF2-40B4-BE49-F238E27FC236}">
                <a16:creationId xmlns:a16="http://schemas.microsoft.com/office/drawing/2014/main" id="{A4ED63FD-A76F-FB56-8D44-31BD432133C5}"/>
              </a:ext>
            </a:extLst>
          </p:cNvPr>
          <p:cNvCxnSpPr>
            <a:cxnSpLocks/>
          </p:cNvCxnSpPr>
          <p:nvPr userDrawn="1"/>
        </p:nvCxnSpPr>
        <p:spPr>
          <a:xfrm>
            <a:off x="5251048" y="5995687"/>
            <a:ext cx="1689904" cy="0"/>
          </a:xfrm>
          <a:prstGeom prst="line">
            <a:avLst/>
          </a:prstGeom>
          <a:ln w="12700"/>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4583905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Цитата">
    <p:spTree>
      <p:nvGrpSpPr>
        <p:cNvPr id="1" name=""/>
        <p:cNvGrpSpPr/>
        <p:nvPr/>
      </p:nvGrpSpPr>
      <p:grpSpPr>
        <a:xfrm>
          <a:off x="0" y="0"/>
          <a:ext cx="0" cy="0"/>
          <a:chOff x="0" y="0"/>
          <a:chExt cx="0" cy="0"/>
        </a:xfrm>
      </p:grpSpPr>
      <p:pic>
        <p:nvPicPr>
          <p:cNvPr id="5" name="Рисунок 4">
            <a:extLst>
              <a:ext uri="{FF2B5EF4-FFF2-40B4-BE49-F238E27FC236}">
                <a16:creationId xmlns:a16="http://schemas.microsoft.com/office/drawing/2014/main" id="{078303F0-A6CC-605A-D08C-4E4ED07C2FB4}"/>
              </a:ext>
            </a:extLst>
          </p:cNvPr>
          <p:cNvPicPr>
            <a:picLocks noChangeAspect="1"/>
          </p:cNvPicPr>
          <p:nvPr userDrawn="1"/>
        </p:nvPicPr>
        <p:blipFill>
          <a:blip r:embed="rId2"/>
          <a:stretch>
            <a:fillRect/>
          </a:stretch>
        </p:blipFill>
        <p:spPr>
          <a:xfrm>
            <a:off x="0" y="0"/>
            <a:ext cx="4196903" cy="3611880"/>
          </a:xfrm>
          <a:prstGeom prst="rect">
            <a:avLst/>
          </a:prstGeom>
        </p:spPr>
      </p:pic>
      <p:pic>
        <p:nvPicPr>
          <p:cNvPr id="3" name="Рисунок 2">
            <a:extLst>
              <a:ext uri="{FF2B5EF4-FFF2-40B4-BE49-F238E27FC236}">
                <a16:creationId xmlns:a16="http://schemas.microsoft.com/office/drawing/2014/main" id="{904458FB-E7BB-F476-4A31-9C5AA406E252}"/>
              </a:ext>
            </a:extLst>
          </p:cNvPr>
          <p:cNvPicPr>
            <a:picLocks noChangeAspect="1"/>
          </p:cNvPicPr>
          <p:nvPr userDrawn="1"/>
        </p:nvPicPr>
        <p:blipFill>
          <a:blip r:embed="rId3"/>
          <a:stretch>
            <a:fillRect/>
          </a:stretch>
        </p:blipFill>
        <p:spPr>
          <a:xfrm>
            <a:off x="6202680" y="4079057"/>
            <a:ext cx="5989320" cy="2778943"/>
          </a:xfrm>
          <a:prstGeom prst="rect">
            <a:avLst/>
          </a:prstGeom>
        </p:spPr>
      </p:pic>
      <p:sp>
        <p:nvSpPr>
          <p:cNvPr id="12" name="Заголовок 11">
            <a:extLst>
              <a:ext uri="{FF2B5EF4-FFF2-40B4-BE49-F238E27FC236}">
                <a16:creationId xmlns:a16="http://schemas.microsoft.com/office/drawing/2014/main" id="{3392E024-DB0F-45F6-7A0A-359A57817906}"/>
              </a:ext>
            </a:extLst>
          </p:cNvPr>
          <p:cNvSpPr>
            <a:spLocks noGrp="1"/>
          </p:cNvSpPr>
          <p:nvPr>
            <p:ph type="title"/>
          </p:nvPr>
        </p:nvSpPr>
        <p:spPr>
          <a:xfrm>
            <a:off x="3063240" y="2651760"/>
            <a:ext cx="6309360" cy="1580714"/>
          </a:xfrm>
        </p:spPr>
        <p:txBody>
          <a:bodyPr lIns="91440" rIns="91440" rtlCol="0" anchor="t"/>
          <a:lstStyle>
            <a:lvl1pPr algn="l">
              <a:lnSpc>
                <a:spcPct val="100000"/>
              </a:lnSpc>
              <a:defRPr lang="ru-MO" sz="2800" cap="none" spc="200" baseline="0"/>
            </a:lvl1pPr>
          </a:lstStyle>
          <a:p>
            <a:pPr rtl="0"/>
            <a:r>
              <a:rPr lang="ru-RU" noProof="0"/>
              <a:t>Образец заголовка</a:t>
            </a:r>
          </a:p>
        </p:txBody>
      </p:sp>
      <p:sp>
        <p:nvSpPr>
          <p:cNvPr id="16" name="Текст 15">
            <a:extLst>
              <a:ext uri="{FF2B5EF4-FFF2-40B4-BE49-F238E27FC236}">
                <a16:creationId xmlns:a16="http://schemas.microsoft.com/office/drawing/2014/main" id="{94138E8D-4D76-2023-4B97-8ACB8894C5F1}"/>
              </a:ext>
            </a:extLst>
          </p:cNvPr>
          <p:cNvSpPr>
            <a:spLocks noGrp="1"/>
          </p:cNvSpPr>
          <p:nvPr>
            <p:ph type="body" sz="quarter" idx="13" hasCustomPrompt="1"/>
          </p:nvPr>
        </p:nvSpPr>
        <p:spPr>
          <a:xfrm>
            <a:off x="3063240" y="4232475"/>
            <a:ext cx="5775960" cy="333945"/>
          </a:xfrm>
        </p:spPr>
        <p:txBody>
          <a:bodyPr rtlCol="0"/>
          <a:lstStyle>
            <a:lvl1pPr marL="0" indent="0">
              <a:buNone/>
              <a:defRPr lang="ru-MO" sz="1800" spc="200" baseline="0"/>
            </a:lvl1pPr>
          </a:lstStyle>
          <a:p>
            <a:pPr lvl="0" rtl="0"/>
            <a:r>
              <a:rPr lang="ru-RU" noProof="0"/>
              <a:t>Щелкните, чтобы изменить стили текста образца слайда</a:t>
            </a:r>
          </a:p>
        </p:txBody>
      </p:sp>
      <p:sp>
        <p:nvSpPr>
          <p:cNvPr id="17" name="Текст 13">
            <a:extLst>
              <a:ext uri="{FF2B5EF4-FFF2-40B4-BE49-F238E27FC236}">
                <a16:creationId xmlns:a16="http://schemas.microsoft.com/office/drawing/2014/main" id="{D1FFE415-7AFC-D826-1BD1-1993DED3B01D}"/>
              </a:ext>
            </a:extLst>
          </p:cNvPr>
          <p:cNvSpPr>
            <a:spLocks noGrp="1"/>
          </p:cNvSpPr>
          <p:nvPr>
            <p:ph type="body" sz="quarter" idx="15" hasCustomPrompt="1"/>
          </p:nvPr>
        </p:nvSpPr>
        <p:spPr>
          <a:xfrm>
            <a:off x="9737922" y="3591339"/>
            <a:ext cx="1171575" cy="2387600"/>
          </a:xfrm>
        </p:spPr>
        <p:txBody>
          <a:bodyPr vert="horz" lIns="91440" tIns="45720" rIns="91440" bIns="45720" rtlCol="0" anchor="t">
            <a:noAutofit/>
          </a:bodyPr>
          <a:lstStyle>
            <a:lvl1pPr marL="0" indent="0">
              <a:buNone/>
              <a:defRPr lang="ru-MO" sz="17000" b="1" cap="all" spc="300" dirty="0">
                <a:ln w="28575">
                  <a:solidFill>
                    <a:schemeClr val="tx1"/>
                  </a:solidFill>
                </a:ln>
                <a:noFill/>
                <a:latin typeface="+mj-lt"/>
                <a:ea typeface="+mj-ea"/>
              </a:defRPr>
            </a:lvl1pPr>
          </a:lstStyle>
          <a:p>
            <a:pPr marL="914400" lvl="0" indent="-1143000" rtl="0">
              <a:spcBef>
                <a:spcPct val="0"/>
              </a:spcBef>
            </a:pPr>
            <a:r>
              <a:rPr lang="ru-RU" noProof="0"/>
              <a:t>”</a:t>
            </a:r>
          </a:p>
        </p:txBody>
      </p:sp>
      <p:sp>
        <p:nvSpPr>
          <p:cNvPr id="18" name="Текст 13">
            <a:extLst>
              <a:ext uri="{FF2B5EF4-FFF2-40B4-BE49-F238E27FC236}">
                <a16:creationId xmlns:a16="http://schemas.microsoft.com/office/drawing/2014/main" id="{0962DFC0-ADB3-684B-6F72-9C45BB48C248}"/>
              </a:ext>
            </a:extLst>
          </p:cNvPr>
          <p:cNvSpPr>
            <a:spLocks noGrp="1"/>
          </p:cNvSpPr>
          <p:nvPr>
            <p:ph type="body" sz="quarter" idx="14" hasCustomPrompt="1"/>
          </p:nvPr>
        </p:nvSpPr>
        <p:spPr>
          <a:xfrm>
            <a:off x="1209261" y="1982216"/>
            <a:ext cx="1171575" cy="2386584"/>
          </a:xfrm>
        </p:spPr>
        <p:txBody>
          <a:bodyPr vert="horz" lIns="91440" tIns="45720" rIns="91440" bIns="45720" rtlCol="0" anchor="t">
            <a:noAutofit/>
          </a:bodyPr>
          <a:lstStyle>
            <a:lvl1pPr marL="0" indent="0">
              <a:buNone/>
              <a:defRPr lang="ru-MO" sz="17000" b="1" cap="all" spc="300" dirty="0">
                <a:ln w="28575">
                  <a:solidFill>
                    <a:schemeClr val="tx1"/>
                  </a:solidFill>
                </a:ln>
                <a:noFill/>
                <a:latin typeface="+mj-lt"/>
                <a:ea typeface="+mj-ea"/>
              </a:defRPr>
            </a:lvl1pPr>
          </a:lstStyle>
          <a:p>
            <a:pPr marL="914400" lvl="0" indent="-1143000" rtl="0">
              <a:spcBef>
                <a:spcPct val="0"/>
              </a:spcBef>
            </a:pPr>
            <a:r>
              <a:rPr lang="ru-RU" noProof="0"/>
              <a:t>“</a:t>
            </a:r>
          </a:p>
        </p:txBody>
      </p:sp>
    </p:spTree>
    <p:extLst>
      <p:ext uri="{BB962C8B-B14F-4D97-AF65-F5344CB8AC3E}">
        <p14:creationId xmlns:p14="http://schemas.microsoft.com/office/powerpoint/2010/main" val="333087927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Команда x4">
    <p:spTree>
      <p:nvGrpSpPr>
        <p:cNvPr id="1" name=""/>
        <p:cNvGrpSpPr/>
        <p:nvPr/>
      </p:nvGrpSpPr>
      <p:grpSpPr>
        <a:xfrm>
          <a:off x="0" y="0"/>
          <a:ext cx="0" cy="0"/>
          <a:chOff x="0" y="0"/>
          <a:chExt cx="0" cy="0"/>
        </a:xfrm>
      </p:grpSpPr>
      <p:pic>
        <p:nvPicPr>
          <p:cNvPr id="3" name="Рисунок 2">
            <a:extLst>
              <a:ext uri="{FF2B5EF4-FFF2-40B4-BE49-F238E27FC236}">
                <a16:creationId xmlns:a16="http://schemas.microsoft.com/office/drawing/2014/main" id="{B6C6FB24-160F-388E-8450-E5C970E243AB}"/>
              </a:ext>
            </a:extLst>
          </p:cNvPr>
          <p:cNvPicPr>
            <a:picLocks noChangeAspect="1"/>
          </p:cNvPicPr>
          <p:nvPr userDrawn="1"/>
        </p:nvPicPr>
        <p:blipFill>
          <a:blip r:embed="rId2"/>
          <a:stretch>
            <a:fillRect/>
          </a:stretch>
        </p:blipFill>
        <p:spPr>
          <a:xfrm>
            <a:off x="0" y="1764792"/>
            <a:ext cx="5359935" cy="5093208"/>
          </a:xfrm>
          <a:prstGeom prst="rect">
            <a:avLst/>
          </a:prstGeom>
        </p:spPr>
      </p:pic>
      <p:pic>
        <p:nvPicPr>
          <p:cNvPr id="23" name="Рисунок 22">
            <a:extLst>
              <a:ext uri="{FF2B5EF4-FFF2-40B4-BE49-F238E27FC236}">
                <a16:creationId xmlns:a16="http://schemas.microsoft.com/office/drawing/2014/main" id="{D0AF7F25-1C65-DB7F-9FA3-300318BD4BF4}"/>
              </a:ext>
            </a:extLst>
          </p:cNvPr>
          <p:cNvPicPr>
            <a:picLocks noChangeAspect="1"/>
          </p:cNvPicPr>
          <p:nvPr userDrawn="1"/>
        </p:nvPicPr>
        <p:blipFill>
          <a:blip r:embed="rId3"/>
          <a:stretch>
            <a:fillRect/>
          </a:stretch>
        </p:blipFill>
        <p:spPr>
          <a:xfrm>
            <a:off x="9262085" y="0"/>
            <a:ext cx="2929915" cy="2752344"/>
          </a:xfrm>
          <a:prstGeom prst="rect">
            <a:avLst/>
          </a:prstGeom>
        </p:spPr>
      </p:pic>
      <p:sp>
        <p:nvSpPr>
          <p:cNvPr id="25" name="Заголовок 1">
            <a:extLst>
              <a:ext uri="{FF2B5EF4-FFF2-40B4-BE49-F238E27FC236}">
                <a16:creationId xmlns:a16="http://schemas.microsoft.com/office/drawing/2014/main" id="{DCE0745D-AFE6-DE6D-B026-1FF13F34E628}"/>
              </a:ext>
            </a:extLst>
          </p:cNvPr>
          <p:cNvSpPr>
            <a:spLocks noGrp="1"/>
          </p:cNvSpPr>
          <p:nvPr>
            <p:ph type="title"/>
          </p:nvPr>
        </p:nvSpPr>
        <p:spPr>
          <a:xfrm>
            <a:off x="612648" y="868679"/>
            <a:ext cx="10972800" cy="1572768"/>
          </a:xfrm>
        </p:spPr>
        <p:txBody>
          <a:bodyPr lIns="91440" tIns="182880" rIns="91440" bIns="0" rtlCol="0"/>
          <a:lstStyle>
            <a:lvl1pPr algn="ctr">
              <a:lnSpc>
                <a:spcPct val="90000"/>
              </a:lnSpc>
              <a:defRPr lang="ru-MO" sz="4800" spc="400" baseline="0"/>
            </a:lvl1pPr>
          </a:lstStyle>
          <a:p>
            <a:pPr rtl="0"/>
            <a:r>
              <a:rPr lang="ru-RU" noProof="0"/>
              <a:t>Образец заголовка</a:t>
            </a:r>
          </a:p>
        </p:txBody>
      </p:sp>
      <p:sp>
        <p:nvSpPr>
          <p:cNvPr id="6" name="Рисунок 23">
            <a:extLst>
              <a:ext uri="{FF2B5EF4-FFF2-40B4-BE49-F238E27FC236}">
                <a16:creationId xmlns:a16="http://schemas.microsoft.com/office/drawing/2014/main" id="{5E48B363-63E8-4F17-842B-53AD935A6529}"/>
              </a:ext>
            </a:extLst>
          </p:cNvPr>
          <p:cNvSpPr>
            <a:spLocks noGrp="1"/>
          </p:cNvSpPr>
          <p:nvPr>
            <p:ph type="pic" sz="quarter" idx="13"/>
          </p:nvPr>
        </p:nvSpPr>
        <p:spPr>
          <a:xfrm>
            <a:off x="960120" y="2450592"/>
            <a:ext cx="2057400" cy="2057400"/>
          </a:xfrm>
        </p:spPr>
        <p:txBody>
          <a:bodyPr rtlCol="0">
            <a:normAutofit/>
          </a:bodyPr>
          <a:lstStyle>
            <a:lvl1pPr marL="0" indent="0">
              <a:buNone/>
              <a:defRPr lang="ru-MO" sz="1400">
                <a:solidFill>
                  <a:schemeClr val="tx1"/>
                </a:solidFill>
              </a:defRPr>
            </a:lvl1pPr>
          </a:lstStyle>
          <a:p>
            <a:pPr rtl="0"/>
            <a:r>
              <a:rPr lang="ru-RU" noProof="0"/>
              <a:t>Вставка рисунка</a:t>
            </a:r>
          </a:p>
        </p:txBody>
      </p:sp>
      <p:sp>
        <p:nvSpPr>
          <p:cNvPr id="10" name="Текст 28">
            <a:extLst>
              <a:ext uri="{FF2B5EF4-FFF2-40B4-BE49-F238E27FC236}">
                <a16:creationId xmlns:a16="http://schemas.microsoft.com/office/drawing/2014/main" id="{CC3A7E03-4F06-4380-90A1-845651EEA3C0}"/>
              </a:ext>
            </a:extLst>
          </p:cNvPr>
          <p:cNvSpPr>
            <a:spLocks noGrp="1"/>
          </p:cNvSpPr>
          <p:nvPr>
            <p:ph type="body" sz="quarter" idx="17" hasCustomPrompt="1"/>
          </p:nvPr>
        </p:nvSpPr>
        <p:spPr>
          <a:xfrm>
            <a:off x="858956" y="4611550"/>
            <a:ext cx="2286000" cy="274320"/>
          </a:xfrm>
        </p:spPr>
        <p:txBody>
          <a:bodyPr lIns="0" tIns="0" rIns="0" bIns="0" rtlCol="0" anchor="ctr">
            <a:noAutofit/>
          </a:bodyPr>
          <a:lstStyle>
            <a:lvl1pPr marL="0" indent="0" algn="ctr">
              <a:lnSpc>
                <a:spcPct val="100000"/>
              </a:lnSpc>
              <a:spcBef>
                <a:spcPts val="0"/>
              </a:spcBef>
              <a:buNone/>
              <a:defRPr lang="ru-MO" sz="1400" b="1" cap="all" spc="200" baseline="0">
                <a:solidFill>
                  <a:schemeClr val="tx1"/>
                </a:solidFill>
                <a:latin typeface="+mj-lt"/>
              </a:defRPr>
            </a:lvl1pPr>
          </a:lstStyle>
          <a:p>
            <a:pPr lvl="0" rtl="0"/>
            <a:r>
              <a:rPr lang="ru-RU" noProof="0"/>
              <a:t>Имя</a:t>
            </a:r>
          </a:p>
        </p:txBody>
      </p:sp>
      <p:sp>
        <p:nvSpPr>
          <p:cNvPr id="11" name="Текст 28">
            <a:extLst>
              <a:ext uri="{FF2B5EF4-FFF2-40B4-BE49-F238E27FC236}">
                <a16:creationId xmlns:a16="http://schemas.microsoft.com/office/drawing/2014/main" id="{31AF5791-727B-438A-A7EF-5D132167C89B}"/>
              </a:ext>
            </a:extLst>
          </p:cNvPr>
          <p:cNvSpPr>
            <a:spLocks noGrp="1"/>
          </p:cNvSpPr>
          <p:nvPr>
            <p:ph type="body" sz="quarter" idx="18" hasCustomPrompt="1"/>
          </p:nvPr>
        </p:nvSpPr>
        <p:spPr>
          <a:xfrm>
            <a:off x="858956" y="4865225"/>
            <a:ext cx="2286000" cy="182880"/>
          </a:xfrm>
        </p:spPr>
        <p:txBody>
          <a:bodyPr lIns="0" tIns="0" rIns="0" bIns="0" rtlCol="0">
            <a:noAutofit/>
          </a:bodyPr>
          <a:lstStyle>
            <a:lvl1pPr marL="0" indent="0" algn="ctr">
              <a:lnSpc>
                <a:spcPct val="100000"/>
              </a:lnSpc>
              <a:spcBef>
                <a:spcPts val="0"/>
              </a:spcBef>
              <a:buNone/>
              <a:defRPr lang="ru-MO" sz="1200" b="0" spc="200" baseline="0">
                <a:solidFill>
                  <a:schemeClr val="tx1"/>
                </a:solidFill>
              </a:defRPr>
            </a:lvl1pPr>
          </a:lstStyle>
          <a:p>
            <a:pPr lvl="0" rtl="0"/>
            <a:r>
              <a:rPr lang="ru-RU" noProof="0"/>
              <a:t>Название</a:t>
            </a:r>
          </a:p>
        </p:txBody>
      </p:sp>
      <p:sp>
        <p:nvSpPr>
          <p:cNvPr id="7" name="Рисунок 23">
            <a:extLst>
              <a:ext uri="{FF2B5EF4-FFF2-40B4-BE49-F238E27FC236}">
                <a16:creationId xmlns:a16="http://schemas.microsoft.com/office/drawing/2014/main" id="{9ABA5222-6FD6-405B-8AC8-18022C36590F}"/>
              </a:ext>
            </a:extLst>
          </p:cNvPr>
          <p:cNvSpPr>
            <a:spLocks noGrp="1"/>
          </p:cNvSpPr>
          <p:nvPr>
            <p:ph type="pic" sz="quarter" idx="14"/>
          </p:nvPr>
        </p:nvSpPr>
        <p:spPr>
          <a:xfrm>
            <a:off x="3730752" y="2450592"/>
            <a:ext cx="2057400" cy="2057400"/>
          </a:xfrm>
        </p:spPr>
        <p:txBody>
          <a:bodyPr rtlCol="0">
            <a:normAutofit/>
          </a:bodyPr>
          <a:lstStyle>
            <a:lvl1pPr marL="0" indent="0">
              <a:buNone/>
              <a:defRPr lang="ru-MO" sz="1400">
                <a:solidFill>
                  <a:schemeClr val="tx1"/>
                </a:solidFill>
              </a:defRPr>
            </a:lvl1pPr>
          </a:lstStyle>
          <a:p>
            <a:pPr rtl="0"/>
            <a:r>
              <a:rPr lang="ru-RU" noProof="0"/>
              <a:t>Вставка рисунка</a:t>
            </a:r>
          </a:p>
        </p:txBody>
      </p:sp>
      <p:sp>
        <p:nvSpPr>
          <p:cNvPr id="12" name="Текст 28">
            <a:extLst>
              <a:ext uri="{FF2B5EF4-FFF2-40B4-BE49-F238E27FC236}">
                <a16:creationId xmlns:a16="http://schemas.microsoft.com/office/drawing/2014/main" id="{A1A33FCF-D2EB-478E-8679-428657895F76}"/>
              </a:ext>
            </a:extLst>
          </p:cNvPr>
          <p:cNvSpPr>
            <a:spLocks noGrp="1"/>
          </p:cNvSpPr>
          <p:nvPr>
            <p:ph type="body" sz="quarter" idx="19" hasCustomPrompt="1"/>
          </p:nvPr>
        </p:nvSpPr>
        <p:spPr>
          <a:xfrm>
            <a:off x="3629588" y="4611550"/>
            <a:ext cx="2286000" cy="274320"/>
          </a:xfrm>
        </p:spPr>
        <p:txBody>
          <a:bodyPr lIns="0" tIns="0" rIns="0" bIns="0" rtlCol="0" anchor="ctr">
            <a:noAutofit/>
          </a:bodyPr>
          <a:lstStyle>
            <a:lvl1pPr marL="0" indent="0" algn="ctr">
              <a:lnSpc>
                <a:spcPct val="100000"/>
              </a:lnSpc>
              <a:spcBef>
                <a:spcPts val="0"/>
              </a:spcBef>
              <a:buNone/>
              <a:defRPr lang="ru-MO" sz="1400" b="1" cap="all" spc="200" baseline="0">
                <a:solidFill>
                  <a:schemeClr val="tx1"/>
                </a:solidFill>
                <a:latin typeface="+mj-lt"/>
              </a:defRPr>
            </a:lvl1pPr>
          </a:lstStyle>
          <a:p>
            <a:pPr lvl="0" rtl="0"/>
            <a:r>
              <a:rPr lang="ru-RU" noProof="0"/>
              <a:t>Имя</a:t>
            </a:r>
          </a:p>
        </p:txBody>
      </p:sp>
      <p:sp>
        <p:nvSpPr>
          <p:cNvPr id="13" name="Текст 28">
            <a:extLst>
              <a:ext uri="{FF2B5EF4-FFF2-40B4-BE49-F238E27FC236}">
                <a16:creationId xmlns:a16="http://schemas.microsoft.com/office/drawing/2014/main" id="{55274EF8-F641-41B2-89C1-FD94AFA48684}"/>
              </a:ext>
            </a:extLst>
          </p:cNvPr>
          <p:cNvSpPr>
            <a:spLocks noGrp="1"/>
          </p:cNvSpPr>
          <p:nvPr>
            <p:ph type="body" sz="quarter" idx="20" hasCustomPrompt="1"/>
          </p:nvPr>
        </p:nvSpPr>
        <p:spPr>
          <a:xfrm>
            <a:off x="3629588" y="4865225"/>
            <a:ext cx="2286000" cy="182880"/>
          </a:xfrm>
        </p:spPr>
        <p:txBody>
          <a:bodyPr lIns="0" tIns="0" rIns="0" bIns="0" rtlCol="0">
            <a:noAutofit/>
          </a:bodyPr>
          <a:lstStyle>
            <a:lvl1pPr marL="0" indent="0" algn="ctr">
              <a:lnSpc>
                <a:spcPct val="100000"/>
              </a:lnSpc>
              <a:spcBef>
                <a:spcPts val="0"/>
              </a:spcBef>
              <a:buNone/>
              <a:defRPr lang="ru-MO" sz="1200" b="0" spc="200" baseline="0">
                <a:solidFill>
                  <a:schemeClr val="tx1"/>
                </a:solidFill>
              </a:defRPr>
            </a:lvl1pPr>
          </a:lstStyle>
          <a:p>
            <a:pPr lvl="0" rtl="0"/>
            <a:r>
              <a:rPr lang="ru-RU" noProof="0"/>
              <a:t>Название</a:t>
            </a:r>
          </a:p>
        </p:txBody>
      </p:sp>
      <p:sp>
        <p:nvSpPr>
          <p:cNvPr id="8" name="Рисунок 23">
            <a:extLst>
              <a:ext uri="{FF2B5EF4-FFF2-40B4-BE49-F238E27FC236}">
                <a16:creationId xmlns:a16="http://schemas.microsoft.com/office/drawing/2014/main" id="{124DE785-775F-4AE4-94B3-FA728188EBA5}"/>
              </a:ext>
            </a:extLst>
          </p:cNvPr>
          <p:cNvSpPr>
            <a:spLocks noGrp="1"/>
          </p:cNvSpPr>
          <p:nvPr>
            <p:ph type="pic" sz="quarter" idx="15"/>
          </p:nvPr>
        </p:nvSpPr>
        <p:spPr>
          <a:xfrm>
            <a:off x="6464808" y="2450592"/>
            <a:ext cx="2057400" cy="2057400"/>
          </a:xfrm>
        </p:spPr>
        <p:txBody>
          <a:bodyPr rtlCol="0">
            <a:normAutofit/>
          </a:bodyPr>
          <a:lstStyle>
            <a:lvl1pPr marL="0" indent="0">
              <a:buNone/>
              <a:defRPr lang="ru-MO" sz="1400">
                <a:solidFill>
                  <a:schemeClr val="tx1"/>
                </a:solidFill>
              </a:defRPr>
            </a:lvl1pPr>
          </a:lstStyle>
          <a:p>
            <a:pPr rtl="0"/>
            <a:r>
              <a:rPr lang="ru-RU" noProof="0"/>
              <a:t>Вставка рисунка</a:t>
            </a:r>
          </a:p>
        </p:txBody>
      </p:sp>
      <p:sp>
        <p:nvSpPr>
          <p:cNvPr id="14" name="Текст 28">
            <a:extLst>
              <a:ext uri="{FF2B5EF4-FFF2-40B4-BE49-F238E27FC236}">
                <a16:creationId xmlns:a16="http://schemas.microsoft.com/office/drawing/2014/main" id="{5A429D4E-B795-4E55-852E-9E161F9EBD36}"/>
              </a:ext>
            </a:extLst>
          </p:cNvPr>
          <p:cNvSpPr>
            <a:spLocks noGrp="1"/>
          </p:cNvSpPr>
          <p:nvPr>
            <p:ph type="body" sz="quarter" idx="21" hasCustomPrompt="1"/>
          </p:nvPr>
        </p:nvSpPr>
        <p:spPr>
          <a:xfrm>
            <a:off x="6363644" y="4611550"/>
            <a:ext cx="2286000" cy="274320"/>
          </a:xfrm>
        </p:spPr>
        <p:txBody>
          <a:bodyPr lIns="0" tIns="0" rIns="0" bIns="0" rtlCol="0" anchor="ctr">
            <a:noAutofit/>
          </a:bodyPr>
          <a:lstStyle>
            <a:lvl1pPr marL="0" indent="0" algn="ctr">
              <a:lnSpc>
                <a:spcPct val="100000"/>
              </a:lnSpc>
              <a:spcBef>
                <a:spcPts val="0"/>
              </a:spcBef>
              <a:buNone/>
              <a:defRPr lang="ru-MO" sz="1400" b="1" cap="all" spc="200" baseline="0">
                <a:solidFill>
                  <a:schemeClr val="tx1"/>
                </a:solidFill>
                <a:latin typeface="+mj-lt"/>
              </a:defRPr>
            </a:lvl1pPr>
          </a:lstStyle>
          <a:p>
            <a:pPr lvl="0" rtl="0"/>
            <a:r>
              <a:rPr lang="ru-RU" noProof="0"/>
              <a:t>Имя</a:t>
            </a:r>
          </a:p>
        </p:txBody>
      </p:sp>
      <p:sp>
        <p:nvSpPr>
          <p:cNvPr id="15" name="Текст 28">
            <a:extLst>
              <a:ext uri="{FF2B5EF4-FFF2-40B4-BE49-F238E27FC236}">
                <a16:creationId xmlns:a16="http://schemas.microsoft.com/office/drawing/2014/main" id="{41D297CB-52EE-4DE4-AEAC-CD4AAF2BF17B}"/>
              </a:ext>
            </a:extLst>
          </p:cNvPr>
          <p:cNvSpPr>
            <a:spLocks noGrp="1"/>
          </p:cNvSpPr>
          <p:nvPr>
            <p:ph type="body" sz="quarter" idx="22" hasCustomPrompt="1"/>
          </p:nvPr>
        </p:nvSpPr>
        <p:spPr>
          <a:xfrm>
            <a:off x="6363644" y="4865225"/>
            <a:ext cx="2286000" cy="182880"/>
          </a:xfrm>
        </p:spPr>
        <p:txBody>
          <a:bodyPr lIns="0" tIns="0" rIns="0" bIns="0" rtlCol="0">
            <a:noAutofit/>
          </a:bodyPr>
          <a:lstStyle>
            <a:lvl1pPr marL="0" indent="0" algn="ctr">
              <a:lnSpc>
                <a:spcPct val="100000"/>
              </a:lnSpc>
              <a:spcBef>
                <a:spcPts val="0"/>
              </a:spcBef>
              <a:buNone/>
              <a:defRPr lang="ru-MO" sz="1200" b="0" spc="200" baseline="0">
                <a:solidFill>
                  <a:schemeClr val="tx1"/>
                </a:solidFill>
              </a:defRPr>
            </a:lvl1pPr>
          </a:lstStyle>
          <a:p>
            <a:pPr lvl="0" rtl="0"/>
            <a:r>
              <a:rPr lang="ru-RU" noProof="0"/>
              <a:t>Название</a:t>
            </a:r>
          </a:p>
        </p:txBody>
      </p:sp>
      <p:sp>
        <p:nvSpPr>
          <p:cNvPr id="9" name="Рисунок 23">
            <a:extLst>
              <a:ext uri="{FF2B5EF4-FFF2-40B4-BE49-F238E27FC236}">
                <a16:creationId xmlns:a16="http://schemas.microsoft.com/office/drawing/2014/main" id="{F5694B35-7776-4DB9-9EB7-3AF076EC357D}"/>
              </a:ext>
            </a:extLst>
          </p:cNvPr>
          <p:cNvSpPr>
            <a:spLocks noGrp="1"/>
          </p:cNvSpPr>
          <p:nvPr>
            <p:ph type="pic" sz="quarter" idx="16"/>
          </p:nvPr>
        </p:nvSpPr>
        <p:spPr>
          <a:xfrm>
            <a:off x="9198864" y="2450592"/>
            <a:ext cx="2057400" cy="2057400"/>
          </a:xfrm>
        </p:spPr>
        <p:txBody>
          <a:bodyPr rtlCol="0">
            <a:normAutofit/>
          </a:bodyPr>
          <a:lstStyle>
            <a:lvl1pPr marL="0" indent="0">
              <a:buNone/>
              <a:defRPr lang="ru-MO" sz="1400">
                <a:solidFill>
                  <a:schemeClr val="tx1"/>
                </a:solidFill>
              </a:defRPr>
            </a:lvl1pPr>
          </a:lstStyle>
          <a:p>
            <a:pPr rtl="0"/>
            <a:r>
              <a:rPr lang="ru-RU" noProof="0"/>
              <a:t>Вставка рисунка</a:t>
            </a:r>
          </a:p>
        </p:txBody>
      </p:sp>
      <p:sp>
        <p:nvSpPr>
          <p:cNvPr id="16" name="Текст 28">
            <a:extLst>
              <a:ext uri="{FF2B5EF4-FFF2-40B4-BE49-F238E27FC236}">
                <a16:creationId xmlns:a16="http://schemas.microsoft.com/office/drawing/2014/main" id="{AD7B736B-3A10-499F-8F23-4437982C8231}"/>
              </a:ext>
            </a:extLst>
          </p:cNvPr>
          <p:cNvSpPr>
            <a:spLocks noGrp="1"/>
          </p:cNvSpPr>
          <p:nvPr>
            <p:ph type="body" sz="quarter" idx="23" hasCustomPrompt="1"/>
          </p:nvPr>
        </p:nvSpPr>
        <p:spPr>
          <a:xfrm>
            <a:off x="9097700" y="4611550"/>
            <a:ext cx="2286000" cy="274320"/>
          </a:xfrm>
        </p:spPr>
        <p:txBody>
          <a:bodyPr lIns="0" tIns="0" rIns="0" bIns="0" rtlCol="0" anchor="ctr">
            <a:noAutofit/>
          </a:bodyPr>
          <a:lstStyle>
            <a:lvl1pPr marL="0" indent="0" algn="ctr">
              <a:lnSpc>
                <a:spcPct val="100000"/>
              </a:lnSpc>
              <a:spcBef>
                <a:spcPts val="0"/>
              </a:spcBef>
              <a:buNone/>
              <a:defRPr lang="ru-MO" sz="1400" b="1" cap="all" spc="200" baseline="0">
                <a:solidFill>
                  <a:schemeClr val="tx1"/>
                </a:solidFill>
                <a:latin typeface="+mj-lt"/>
              </a:defRPr>
            </a:lvl1pPr>
          </a:lstStyle>
          <a:p>
            <a:pPr lvl="0" rtl="0"/>
            <a:r>
              <a:rPr lang="ru-RU" noProof="0"/>
              <a:t>Имя</a:t>
            </a:r>
          </a:p>
        </p:txBody>
      </p:sp>
      <p:sp>
        <p:nvSpPr>
          <p:cNvPr id="17" name="Текст 28">
            <a:extLst>
              <a:ext uri="{FF2B5EF4-FFF2-40B4-BE49-F238E27FC236}">
                <a16:creationId xmlns:a16="http://schemas.microsoft.com/office/drawing/2014/main" id="{07165540-290D-4A38-87DE-F52B05BD6A1A}"/>
              </a:ext>
            </a:extLst>
          </p:cNvPr>
          <p:cNvSpPr>
            <a:spLocks noGrp="1"/>
          </p:cNvSpPr>
          <p:nvPr>
            <p:ph type="body" sz="quarter" idx="24" hasCustomPrompt="1"/>
          </p:nvPr>
        </p:nvSpPr>
        <p:spPr>
          <a:xfrm>
            <a:off x="9097700" y="4865225"/>
            <a:ext cx="2286000" cy="182880"/>
          </a:xfrm>
        </p:spPr>
        <p:txBody>
          <a:bodyPr lIns="0" tIns="0" rIns="0" bIns="0" rtlCol="0">
            <a:noAutofit/>
          </a:bodyPr>
          <a:lstStyle>
            <a:lvl1pPr marL="0" indent="0" algn="ctr">
              <a:lnSpc>
                <a:spcPct val="100000"/>
              </a:lnSpc>
              <a:spcBef>
                <a:spcPts val="0"/>
              </a:spcBef>
              <a:buNone/>
              <a:defRPr lang="ru-MO" sz="1200" b="0" spc="200" baseline="0">
                <a:solidFill>
                  <a:schemeClr val="tx1"/>
                </a:solidFill>
              </a:defRPr>
            </a:lvl1pPr>
          </a:lstStyle>
          <a:p>
            <a:pPr lvl="0" rtl="0"/>
            <a:r>
              <a:rPr lang="ru-RU" noProof="0"/>
              <a:t>Название</a:t>
            </a:r>
          </a:p>
        </p:txBody>
      </p:sp>
      <p:sp>
        <p:nvSpPr>
          <p:cNvPr id="4" name="Нижний колонтитул 3">
            <a:extLst>
              <a:ext uri="{FF2B5EF4-FFF2-40B4-BE49-F238E27FC236}">
                <a16:creationId xmlns:a16="http://schemas.microsoft.com/office/drawing/2014/main" id="{96356206-85FD-45F5-A1F7-128DB34C860F}"/>
              </a:ext>
            </a:extLst>
          </p:cNvPr>
          <p:cNvSpPr>
            <a:spLocks noGrp="1"/>
          </p:cNvSpPr>
          <p:nvPr>
            <p:ph type="ftr" sz="quarter" idx="11"/>
          </p:nvPr>
        </p:nvSpPr>
        <p:spPr>
          <a:xfrm>
            <a:off x="4038600" y="11575"/>
            <a:ext cx="4114800" cy="856526"/>
          </a:xfrm>
          <a:prstGeom prst="rect">
            <a:avLst/>
          </a:prstGeom>
        </p:spPr>
        <p:txBody>
          <a:bodyPr rtlCol="0"/>
          <a:lstStyle>
            <a:defPPr>
              <a:defRPr lang="ru-MO"/>
            </a:defPPr>
          </a:lstStyle>
          <a:p>
            <a:pPr rtl="0"/>
            <a:r>
              <a:rPr lang="ru-RU" noProof="0"/>
              <a:t>ЗАГОЛОВОК ПРЕЗЕНТАЦИИ</a:t>
            </a:r>
          </a:p>
        </p:txBody>
      </p:sp>
      <p:sp>
        <p:nvSpPr>
          <p:cNvPr id="5" name="Номер слайда 4">
            <a:extLst>
              <a:ext uri="{FF2B5EF4-FFF2-40B4-BE49-F238E27FC236}">
                <a16:creationId xmlns:a16="http://schemas.microsoft.com/office/drawing/2014/main" id="{0203763F-C8CD-4BCB-9A0A-B10F000BC1DB}"/>
              </a:ext>
            </a:extLst>
          </p:cNvPr>
          <p:cNvSpPr>
            <a:spLocks noGrp="1"/>
          </p:cNvSpPr>
          <p:nvPr>
            <p:ph type="sldNum" sz="quarter" idx="12"/>
          </p:nvPr>
        </p:nvSpPr>
        <p:spPr>
          <a:xfrm>
            <a:off x="4038600" y="6006546"/>
            <a:ext cx="4114800" cy="851453"/>
          </a:xfrm>
          <a:prstGeom prst="rect">
            <a:avLst/>
          </a:prstGeom>
        </p:spPr>
        <p:txBody>
          <a:bodyPr rtlCol="0"/>
          <a:lstStyle>
            <a:defPPr>
              <a:defRPr lang="ru-MO"/>
            </a:defPPr>
          </a:lstStyle>
          <a:p>
            <a:pPr rtl="0"/>
            <a:fld id="{294A09A9-5501-47C1-A89A-A340965A2BE2}" type="slidenum">
              <a:rPr lang="ru-RU" noProof="0" smtClean="0"/>
              <a:t>‹#›</a:t>
            </a:fld>
            <a:endParaRPr lang="ru-RU" noProof="0"/>
          </a:p>
        </p:txBody>
      </p:sp>
      <p:cxnSp>
        <p:nvCxnSpPr>
          <p:cNvPr id="18" name="Прямая соединительная линия 17">
            <a:extLst>
              <a:ext uri="{FF2B5EF4-FFF2-40B4-BE49-F238E27FC236}">
                <a16:creationId xmlns:a16="http://schemas.microsoft.com/office/drawing/2014/main" id="{663C6C7E-F363-1F17-B288-D4D45B87028D}"/>
              </a:ext>
            </a:extLst>
          </p:cNvPr>
          <p:cNvCxnSpPr>
            <a:cxnSpLocks/>
          </p:cNvCxnSpPr>
          <p:nvPr userDrawn="1"/>
        </p:nvCxnSpPr>
        <p:spPr>
          <a:xfrm>
            <a:off x="5251048" y="868101"/>
            <a:ext cx="1689904" cy="0"/>
          </a:xfrm>
          <a:prstGeom prst="line">
            <a:avLst/>
          </a:prstGeom>
          <a:ln w="12700"/>
        </p:spPr>
        <p:style>
          <a:lnRef idx="1">
            <a:schemeClr val="dk1"/>
          </a:lnRef>
          <a:fillRef idx="0">
            <a:schemeClr val="dk1"/>
          </a:fillRef>
          <a:effectRef idx="0">
            <a:schemeClr val="dk1"/>
          </a:effectRef>
          <a:fontRef idx="minor">
            <a:schemeClr val="tx1"/>
          </a:fontRef>
        </p:style>
      </p:cxnSp>
      <p:cxnSp>
        <p:nvCxnSpPr>
          <p:cNvPr id="19" name="Прямая соединительная линия 18">
            <a:extLst>
              <a:ext uri="{FF2B5EF4-FFF2-40B4-BE49-F238E27FC236}">
                <a16:creationId xmlns:a16="http://schemas.microsoft.com/office/drawing/2014/main" id="{ED6D4091-312C-81B9-BAF6-5E0D6F665E5D}"/>
              </a:ext>
            </a:extLst>
          </p:cNvPr>
          <p:cNvCxnSpPr>
            <a:cxnSpLocks/>
          </p:cNvCxnSpPr>
          <p:nvPr userDrawn="1"/>
        </p:nvCxnSpPr>
        <p:spPr>
          <a:xfrm>
            <a:off x="5251048" y="5995687"/>
            <a:ext cx="1689904" cy="0"/>
          </a:xfrm>
          <a:prstGeom prst="line">
            <a:avLst/>
          </a:prstGeom>
          <a:ln w="12700"/>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1544191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Команда x8">
    <p:spTree>
      <p:nvGrpSpPr>
        <p:cNvPr id="1" name=""/>
        <p:cNvGrpSpPr/>
        <p:nvPr/>
      </p:nvGrpSpPr>
      <p:grpSpPr>
        <a:xfrm>
          <a:off x="0" y="0"/>
          <a:ext cx="0" cy="0"/>
          <a:chOff x="0" y="0"/>
          <a:chExt cx="0" cy="0"/>
        </a:xfrm>
      </p:grpSpPr>
      <p:pic>
        <p:nvPicPr>
          <p:cNvPr id="20" name="Рисунок 19">
            <a:extLst>
              <a:ext uri="{FF2B5EF4-FFF2-40B4-BE49-F238E27FC236}">
                <a16:creationId xmlns:a16="http://schemas.microsoft.com/office/drawing/2014/main" id="{B6A3FD7E-DF96-B9E4-8D70-DA62CC339081}"/>
              </a:ext>
            </a:extLst>
          </p:cNvPr>
          <p:cNvPicPr>
            <a:picLocks noChangeAspect="1"/>
          </p:cNvPicPr>
          <p:nvPr userDrawn="1"/>
        </p:nvPicPr>
        <p:blipFill>
          <a:blip r:embed="rId2"/>
          <a:stretch>
            <a:fillRect/>
          </a:stretch>
        </p:blipFill>
        <p:spPr>
          <a:xfrm>
            <a:off x="0" y="1766265"/>
            <a:ext cx="5358384" cy="5091735"/>
          </a:xfrm>
          <a:prstGeom prst="rect">
            <a:avLst/>
          </a:prstGeom>
        </p:spPr>
      </p:pic>
      <p:sp>
        <p:nvSpPr>
          <p:cNvPr id="25" name="Заголовок 1">
            <a:extLst>
              <a:ext uri="{FF2B5EF4-FFF2-40B4-BE49-F238E27FC236}">
                <a16:creationId xmlns:a16="http://schemas.microsoft.com/office/drawing/2014/main" id="{DCE0745D-AFE6-DE6D-B026-1FF13F34E628}"/>
              </a:ext>
            </a:extLst>
          </p:cNvPr>
          <p:cNvSpPr>
            <a:spLocks noGrp="1"/>
          </p:cNvSpPr>
          <p:nvPr>
            <p:ph type="title"/>
          </p:nvPr>
        </p:nvSpPr>
        <p:spPr>
          <a:xfrm>
            <a:off x="612648" y="868679"/>
            <a:ext cx="10972800" cy="1572768"/>
          </a:xfrm>
        </p:spPr>
        <p:txBody>
          <a:bodyPr lIns="91440" tIns="182880" rIns="91440" bIns="0" rtlCol="0"/>
          <a:lstStyle>
            <a:lvl1pPr algn="ctr">
              <a:lnSpc>
                <a:spcPct val="90000"/>
              </a:lnSpc>
              <a:defRPr lang="ru-MO" sz="4800" spc="400" baseline="0"/>
            </a:lvl1pPr>
          </a:lstStyle>
          <a:p>
            <a:pPr rtl="0"/>
            <a:r>
              <a:rPr lang="ru-RU" noProof="0"/>
              <a:t>Образец заголовка</a:t>
            </a:r>
          </a:p>
        </p:txBody>
      </p:sp>
      <p:sp>
        <p:nvSpPr>
          <p:cNvPr id="10" name="Текст 28">
            <a:extLst>
              <a:ext uri="{FF2B5EF4-FFF2-40B4-BE49-F238E27FC236}">
                <a16:creationId xmlns:a16="http://schemas.microsoft.com/office/drawing/2014/main" id="{CC3A7E03-4F06-4380-90A1-845651EEA3C0}"/>
              </a:ext>
            </a:extLst>
          </p:cNvPr>
          <p:cNvSpPr>
            <a:spLocks noGrp="1"/>
          </p:cNvSpPr>
          <p:nvPr>
            <p:ph type="body" sz="quarter" idx="17" hasCustomPrompt="1"/>
          </p:nvPr>
        </p:nvSpPr>
        <p:spPr>
          <a:xfrm>
            <a:off x="457200" y="2670048"/>
            <a:ext cx="1399032" cy="411480"/>
          </a:xfrm>
        </p:spPr>
        <p:txBody>
          <a:bodyPr lIns="0" tIns="0" rIns="0" bIns="0" rtlCol="0" anchor="t">
            <a:noAutofit/>
          </a:bodyPr>
          <a:lstStyle>
            <a:lvl1pPr marL="0" indent="0" algn="r">
              <a:lnSpc>
                <a:spcPct val="100000"/>
              </a:lnSpc>
              <a:spcBef>
                <a:spcPts val="0"/>
              </a:spcBef>
              <a:buFont typeface="+mj-lt"/>
              <a:buNone/>
              <a:defRPr lang="ru-MO" sz="1400" b="1" cap="all" spc="100" baseline="0">
                <a:solidFill>
                  <a:schemeClr val="tx1"/>
                </a:solidFill>
                <a:latin typeface="+mj-lt"/>
              </a:defRPr>
            </a:lvl1pPr>
          </a:lstStyle>
          <a:p>
            <a:pPr lvl="0" rtl="0"/>
            <a:r>
              <a:rPr lang="ru-RU" noProof="0"/>
              <a:t>Имя</a:t>
            </a:r>
          </a:p>
        </p:txBody>
      </p:sp>
      <p:sp>
        <p:nvSpPr>
          <p:cNvPr id="11" name="Текст 28">
            <a:extLst>
              <a:ext uri="{FF2B5EF4-FFF2-40B4-BE49-F238E27FC236}">
                <a16:creationId xmlns:a16="http://schemas.microsoft.com/office/drawing/2014/main" id="{31AF5791-727B-438A-A7EF-5D132167C89B}"/>
              </a:ext>
            </a:extLst>
          </p:cNvPr>
          <p:cNvSpPr>
            <a:spLocks noGrp="1"/>
          </p:cNvSpPr>
          <p:nvPr>
            <p:ph type="body" sz="quarter" idx="18" hasCustomPrompt="1"/>
          </p:nvPr>
        </p:nvSpPr>
        <p:spPr>
          <a:xfrm>
            <a:off x="457200" y="3094300"/>
            <a:ext cx="1399032" cy="517580"/>
          </a:xfrm>
        </p:spPr>
        <p:txBody>
          <a:bodyPr lIns="0" tIns="0" rIns="0" bIns="0" rtlCol="0">
            <a:noAutofit/>
          </a:bodyPr>
          <a:lstStyle>
            <a:lvl1pPr marL="0" indent="0" algn="r">
              <a:lnSpc>
                <a:spcPct val="100000"/>
              </a:lnSpc>
              <a:spcBef>
                <a:spcPts val="0"/>
              </a:spcBef>
              <a:buNone/>
              <a:defRPr lang="ru-MO" sz="1200" b="0" spc="100" baseline="0">
                <a:solidFill>
                  <a:schemeClr val="tx1"/>
                </a:solidFill>
              </a:defRPr>
            </a:lvl1pPr>
          </a:lstStyle>
          <a:p>
            <a:pPr lvl="0" rtl="0"/>
            <a:r>
              <a:rPr lang="ru-RU" noProof="0"/>
              <a:t>Название</a:t>
            </a:r>
          </a:p>
        </p:txBody>
      </p:sp>
      <p:sp>
        <p:nvSpPr>
          <p:cNvPr id="28" name="Текст 28">
            <a:extLst>
              <a:ext uri="{FF2B5EF4-FFF2-40B4-BE49-F238E27FC236}">
                <a16:creationId xmlns:a16="http://schemas.microsoft.com/office/drawing/2014/main" id="{739AFCF1-55F0-974F-0F5C-34444B290B55}"/>
              </a:ext>
            </a:extLst>
          </p:cNvPr>
          <p:cNvSpPr>
            <a:spLocks noGrp="1"/>
          </p:cNvSpPr>
          <p:nvPr>
            <p:ph type="body" sz="quarter" idx="29" hasCustomPrompt="1"/>
          </p:nvPr>
        </p:nvSpPr>
        <p:spPr>
          <a:xfrm>
            <a:off x="457200" y="4479943"/>
            <a:ext cx="1399032" cy="411480"/>
          </a:xfrm>
        </p:spPr>
        <p:txBody>
          <a:bodyPr lIns="0" tIns="0" rIns="0" bIns="0" rtlCol="0" anchor="t">
            <a:noAutofit/>
          </a:bodyPr>
          <a:lstStyle>
            <a:lvl1pPr marL="0" indent="0" algn="r">
              <a:lnSpc>
                <a:spcPct val="100000"/>
              </a:lnSpc>
              <a:spcBef>
                <a:spcPts val="0"/>
              </a:spcBef>
              <a:buFont typeface="+mj-lt"/>
              <a:buNone/>
              <a:defRPr lang="ru-MO" sz="1400" b="1" cap="all" spc="100" baseline="0">
                <a:solidFill>
                  <a:schemeClr val="tx1"/>
                </a:solidFill>
                <a:latin typeface="+mj-lt"/>
              </a:defRPr>
            </a:lvl1pPr>
          </a:lstStyle>
          <a:p>
            <a:pPr lvl="0" rtl="0"/>
            <a:r>
              <a:rPr lang="ru-RU" noProof="0"/>
              <a:t>Имя</a:t>
            </a:r>
          </a:p>
        </p:txBody>
      </p:sp>
      <p:sp>
        <p:nvSpPr>
          <p:cNvPr id="29" name="Текст 28">
            <a:extLst>
              <a:ext uri="{FF2B5EF4-FFF2-40B4-BE49-F238E27FC236}">
                <a16:creationId xmlns:a16="http://schemas.microsoft.com/office/drawing/2014/main" id="{77CF7DE5-8E6D-2C2C-A514-BAB6D4B6FF3B}"/>
              </a:ext>
            </a:extLst>
          </p:cNvPr>
          <p:cNvSpPr>
            <a:spLocks noGrp="1"/>
          </p:cNvSpPr>
          <p:nvPr>
            <p:ph type="body" sz="quarter" idx="30" hasCustomPrompt="1"/>
          </p:nvPr>
        </p:nvSpPr>
        <p:spPr>
          <a:xfrm>
            <a:off x="457200" y="4904195"/>
            <a:ext cx="1399032" cy="517580"/>
          </a:xfrm>
        </p:spPr>
        <p:txBody>
          <a:bodyPr lIns="0" tIns="0" rIns="0" bIns="0" rtlCol="0">
            <a:noAutofit/>
          </a:bodyPr>
          <a:lstStyle>
            <a:lvl1pPr marL="0" indent="0" algn="r">
              <a:lnSpc>
                <a:spcPct val="100000"/>
              </a:lnSpc>
              <a:spcBef>
                <a:spcPts val="0"/>
              </a:spcBef>
              <a:buNone/>
              <a:defRPr lang="ru-MO" sz="1200" b="0" spc="100" baseline="0">
                <a:solidFill>
                  <a:schemeClr val="tx1"/>
                </a:solidFill>
              </a:defRPr>
            </a:lvl1pPr>
          </a:lstStyle>
          <a:p>
            <a:pPr lvl="0" rtl="0"/>
            <a:r>
              <a:rPr lang="ru-RU" noProof="0"/>
              <a:t>Название</a:t>
            </a:r>
          </a:p>
        </p:txBody>
      </p:sp>
      <p:sp>
        <p:nvSpPr>
          <p:cNvPr id="6" name="Рисунок 23">
            <a:extLst>
              <a:ext uri="{FF2B5EF4-FFF2-40B4-BE49-F238E27FC236}">
                <a16:creationId xmlns:a16="http://schemas.microsoft.com/office/drawing/2014/main" id="{5E48B363-63E8-4F17-842B-53AD935A6529}"/>
              </a:ext>
            </a:extLst>
          </p:cNvPr>
          <p:cNvSpPr>
            <a:spLocks noGrp="1" noChangeAspect="1"/>
          </p:cNvSpPr>
          <p:nvPr>
            <p:ph type="pic" sz="quarter" idx="13"/>
          </p:nvPr>
        </p:nvSpPr>
        <p:spPr>
          <a:xfrm>
            <a:off x="1993392" y="2450592"/>
            <a:ext cx="1161288" cy="1161288"/>
          </a:xfrm>
        </p:spPr>
        <p:txBody>
          <a:bodyPr rtlCol="0">
            <a:normAutofit/>
          </a:bodyPr>
          <a:lstStyle>
            <a:lvl1pPr marL="0" indent="0">
              <a:buNone/>
              <a:defRPr lang="ru-MO" sz="1400">
                <a:solidFill>
                  <a:schemeClr val="tx1"/>
                </a:solidFill>
              </a:defRPr>
            </a:lvl1pPr>
          </a:lstStyle>
          <a:p>
            <a:pPr rtl="0"/>
            <a:r>
              <a:rPr lang="ru-RU" noProof="0"/>
              <a:t>Вставка рисунка</a:t>
            </a:r>
          </a:p>
        </p:txBody>
      </p:sp>
      <p:sp>
        <p:nvSpPr>
          <p:cNvPr id="21" name="Рисунок 23">
            <a:extLst>
              <a:ext uri="{FF2B5EF4-FFF2-40B4-BE49-F238E27FC236}">
                <a16:creationId xmlns:a16="http://schemas.microsoft.com/office/drawing/2014/main" id="{DBA744D6-401F-C995-EF58-BD24A0DD8581}"/>
              </a:ext>
            </a:extLst>
          </p:cNvPr>
          <p:cNvSpPr>
            <a:spLocks noGrp="1" noChangeAspect="1"/>
          </p:cNvSpPr>
          <p:nvPr>
            <p:ph type="pic" sz="quarter" idx="25"/>
          </p:nvPr>
        </p:nvSpPr>
        <p:spPr>
          <a:xfrm>
            <a:off x="1993392" y="4260487"/>
            <a:ext cx="1161288" cy="1161288"/>
          </a:xfrm>
        </p:spPr>
        <p:txBody>
          <a:bodyPr rtlCol="0">
            <a:normAutofit/>
          </a:bodyPr>
          <a:lstStyle>
            <a:lvl1pPr marL="0" indent="0">
              <a:buNone/>
              <a:defRPr lang="ru-MO" sz="1400">
                <a:solidFill>
                  <a:schemeClr val="tx1"/>
                </a:solidFill>
              </a:defRPr>
            </a:lvl1pPr>
          </a:lstStyle>
          <a:p>
            <a:pPr rtl="0"/>
            <a:r>
              <a:rPr lang="ru-RU" noProof="0"/>
              <a:t>Вставка рисунка</a:t>
            </a:r>
          </a:p>
        </p:txBody>
      </p:sp>
      <p:sp>
        <p:nvSpPr>
          <p:cNvPr id="12" name="Текст 28">
            <a:extLst>
              <a:ext uri="{FF2B5EF4-FFF2-40B4-BE49-F238E27FC236}">
                <a16:creationId xmlns:a16="http://schemas.microsoft.com/office/drawing/2014/main" id="{A1A33FCF-D2EB-478E-8679-428657895F76}"/>
              </a:ext>
            </a:extLst>
          </p:cNvPr>
          <p:cNvSpPr>
            <a:spLocks noGrp="1"/>
          </p:cNvSpPr>
          <p:nvPr>
            <p:ph type="body" sz="quarter" idx="19" hasCustomPrompt="1"/>
          </p:nvPr>
        </p:nvSpPr>
        <p:spPr>
          <a:xfrm>
            <a:off x="3218688" y="2670048"/>
            <a:ext cx="1399032" cy="411480"/>
          </a:xfrm>
        </p:spPr>
        <p:txBody>
          <a:bodyPr lIns="0" tIns="0" rIns="0" bIns="0" rtlCol="0" anchor="t">
            <a:noAutofit/>
          </a:bodyPr>
          <a:lstStyle>
            <a:lvl1pPr marL="0" indent="0" algn="r">
              <a:lnSpc>
                <a:spcPct val="100000"/>
              </a:lnSpc>
              <a:spcBef>
                <a:spcPts val="0"/>
              </a:spcBef>
              <a:buFont typeface="+mj-lt"/>
              <a:buNone/>
              <a:defRPr lang="ru-MO" sz="1400" b="1" cap="all" spc="100" baseline="0">
                <a:solidFill>
                  <a:schemeClr val="tx1"/>
                </a:solidFill>
                <a:latin typeface="+mj-lt"/>
              </a:defRPr>
            </a:lvl1pPr>
          </a:lstStyle>
          <a:p>
            <a:pPr lvl="0" rtl="0"/>
            <a:r>
              <a:rPr lang="ru-RU" noProof="0"/>
              <a:t>Имя</a:t>
            </a:r>
          </a:p>
        </p:txBody>
      </p:sp>
      <p:sp>
        <p:nvSpPr>
          <p:cNvPr id="13" name="Текст 28">
            <a:extLst>
              <a:ext uri="{FF2B5EF4-FFF2-40B4-BE49-F238E27FC236}">
                <a16:creationId xmlns:a16="http://schemas.microsoft.com/office/drawing/2014/main" id="{55274EF8-F641-41B2-89C1-FD94AFA48684}"/>
              </a:ext>
            </a:extLst>
          </p:cNvPr>
          <p:cNvSpPr>
            <a:spLocks noGrp="1"/>
          </p:cNvSpPr>
          <p:nvPr>
            <p:ph type="body" sz="quarter" idx="20" hasCustomPrompt="1"/>
          </p:nvPr>
        </p:nvSpPr>
        <p:spPr>
          <a:xfrm>
            <a:off x="3218688" y="3094300"/>
            <a:ext cx="1399032" cy="517580"/>
          </a:xfrm>
        </p:spPr>
        <p:txBody>
          <a:bodyPr lIns="0" tIns="0" rIns="0" bIns="0" rtlCol="0">
            <a:noAutofit/>
          </a:bodyPr>
          <a:lstStyle>
            <a:lvl1pPr marL="0" indent="0" algn="r">
              <a:lnSpc>
                <a:spcPct val="100000"/>
              </a:lnSpc>
              <a:spcBef>
                <a:spcPts val="0"/>
              </a:spcBef>
              <a:buNone/>
              <a:defRPr lang="ru-MO" sz="1200" b="0" spc="100" baseline="0">
                <a:solidFill>
                  <a:schemeClr val="tx1"/>
                </a:solidFill>
              </a:defRPr>
            </a:lvl1pPr>
          </a:lstStyle>
          <a:p>
            <a:pPr lvl="0" rtl="0"/>
            <a:r>
              <a:rPr lang="ru-RU" noProof="0"/>
              <a:t>Название</a:t>
            </a:r>
          </a:p>
        </p:txBody>
      </p:sp>
      <p:sp>
        <p:nvSpPr>
          <p:cNvPr id="30" name="Текст 28">
            <a:extLst>
              <a:ext uri="{FF2B5EF4-FFF2-40B4-BE49-F238E27FC236}">
                <a16:creationId xmlns:a16="http://schemas.microsoft.com/office/drawing/2014/main" id="{B1201CED-247A-16CA-9F03-BF32393D3B56}"/>
              </a:ext>
            </a:extLst>
          </p:cNvPr>
          <p:cNvSpPr>
            <a:spLocks noGrp="1"/>
          </p:cNvSpPr>
          <p:nvPr>
            <p:ph type="body" sz="quarter" idx="31" hasCustomPrompt="1"/>
          </p:nvPr>
        </p:nvSpPr>
        <p:spPr>
          <a:xfrm>
            <a:off x="3218688" y="4479943"/>
            <a:ext cx="1399032" cy="411480"/>
          </a:xfrm>
        </p:spPr>
        <p:txBody>
          <a:bodyPr lIns="0" tIns="0" rIns="0" bIns="0" rtlCol="0" anchor="t">
            <a:noAutofit/>
          </a:bodyPr>
          <a:lstStyle>
            <a:lvl1pPr marL="0" indent="0" algn="r">
              <a:lnSpc>
                <a:spcPct val="100000"/>
              </a:lnSpc>
              <a:spcBef>
                <a:spcPts val="0"/>
              </a:spcBef>
              <a:buFont typeface="+mj-lt"/>
              <a:buNone/>
              <a:defRPr lang="ru-MO" sz="1400" b="1" cap="all" spc="100" baseline="0">
                <a:solidFill>
                  <a:schemeClr val="tx1"/>
                </a:solidFill>
                <a:latin typeface="+mj-lt"/>
              </a:defRPr>
            </a:lvl1pPr>
          </a:lstStyle>
          <a:p>
            <a:pPr lvl="0" rtl="0"/>
            <a:r>
              <a:rPr lang="ru-RU" noProof="0"/>
              <a:t>Имя</a:t>
            </a:r>
          </a:p>
        </p:txBody>
      </p:sp>
      <p:sp>
        <p:nvSpPr>
          <p:cNvPr id="31" name="Текст 28">
            <a:extLst>
              <a:ext uri="{FF2B5EF4-FFF2-40B4-BE49-F238E27FC236}">
                <a16:creationId xmlns:a16="http://schemas.microsoft.com/office/drawing/2014/main" id="{2D5FA954-036C-191F-7040-1848AB2BE3CA}"/>
              </a:ext>
            </a:extLst>
          </p:cNvPr>
          <p:cNvSpPr>
            <a:spLocks noGrp="1"/>
          </p:cNvSpPr>
          <p:nvPr>
            <p:ph type="body" sz="quarter" idx="32" hasCustomPrompt="1"/>
          </p:nvPr>
        </p:nvSpPr>
        <p:spPr>
          <a:xfrm>
            <a:off x="3218688" y="4904195"/>
            <a:ext cx="1399032" cy="517580"/>
          </a:xfrm>
        </p:spPr>
        <p:txBody>
          <a:bodyPr lIns="0" tIns="0" rIns="0" bIns="0" rtlCol="0">
            <a:noAutofit/>
          </a:bodyPr>
          <a:lstStyle>
            <a:lvl1pPr marL="0" indent="0" algn="r">
              <a:lnSpc>
                <a:spcPct val="100000"/>
              </a:lnSpc>
              <a:spcBef>
                <a:spcPts val="0"/>
              </a:spcBef>
              <a:buNone/>
              <a:defRPr lang="ru-MO" sz="1200" b="0" spc="100" baseline="0">
                <a:solidFill>
                  <a:schemeClr val="tx1"/>
                </a:solidFill>
              </a:defRPr>
            </a:lvl1pPr>
          </a:lstStyle>
          <a:p>
            <a:pPr lvl="0" rtl="0"/>
            <a:r>
              <a:rPr lang="ru-RU" noProof="0"/>
              <a:t>Название</a:t>
            </a:r>
          </a:p>
        </p:txBody>
      </p:sp>
      <p:sp>
        <p:nvSpPr>
          <p:cNvPr id="7" name="Рисунок 23">
            <a:extLst>
              <a:ext uri="{FF2B5EF4-FFF2-40B4-BE49-F238E27FC236}">
                <a16:creationId xmlns:a16="http://schemas.microsoft.com/office/drawing/2014/main" id="{9ABA5222-6FD6-405B-8AC8-18022C36590F}"/>
              </a:ext>
            </a:extLst>
          </p:cNvPr>
          <p:cNvSpPr>
            <a:spLocks noGrp="1" noChangeAspect="1"/>
          </p:cNvSpPr>
          <p:nvPr>
            <p:ph type="pic" sz="quarter" idx="14"/>
          </p:nvPr>
        </p:nvSpPr>
        <p:spPr>
          <a:xfrm>
            <a:off x="4745736" y="2450592"/>
            <a:ext cx="1161288" cy="1161288"/>
          </a:xfrm>
        </p:spPr>
        <p:txBody>
          <a:bodyPr rtlCol="0">
            <a:normAutofit/>
          </a:bodyPr>
          <a:lstStyle>
            <a:lvl1pPr marL="0" indent="0">
              <a:buNone/>
              <a:defRPr lang="ru-MO" sz="1400">
                <a:solidFill>
                  <a:schemeClr val="tx1"/>
                </a:solidFill>
              </a:defRPr>
            </a:lvl1pPr>
          </a:lstStyle>
          <a:p>
            <a:pPr rtl="0"/>
            <a:r>
              <a:rPr lang="ru-RU" noProof="0"/>
              <a:t>Вставка рисунка</a:t>
            </a:r>
          </a:p>
        </p:txBody>
      </p:sp>
      <p:sp>
        <p:nvSpPr>
          <p:cNvPr id="23" name="Рисунок 23">
            <a:extLst>
              <a:ext uri="{FF2B5EF4-FFF2-40B4-BE49-F238E27FC236}">
                <a16:creationId xmlns:a16="http://schemas.microsoft.com/office/drawing/2014/main" id="{8CFBAF86-D36B-F789-2C9C-78C6830B13C9}"/>
              </a:ext>
            </a:extLst>
          </p:cNvPr>
          <p:cNvSpPr>
            <a:spLocks noGrp="1" noChangeAspect="1"/>
          </p:cNvSpPr>
          <p:nvPr>
            <p:ph type="pic" sz="quarter" idx="26"/>
          </p:nvPr>
        </p:nvSpPr>
        <p:spPr>
          <a:xfrm>
            <a:off x="4745736" y="4260487"/>
            <a:ext cx="1161288" cy="1161288"/>
          </a:xfrm>
        </p:spPr>
        <p:txBody>
          <a:bodyPr rtlCol="0">
            <a:normAutofit/>
          </a:bodyPr>
          <a:lstStyle>
            <a:lvl1pPr marL="0" indent="0">
              <a:buNone/>
              <a:defRPr lang="ru-MO" sz="1400">
                <a:solidFill>
                  <a:schemeClr val="tx1"/>
                </a:solidFill>
              </a:defRPr>
            </a:lvl1pPr>
          </a:lstStyle>
          <a:p>
            <a:pPr rtl="0"/>
            <a:r>
              <a:rPr lang="ru-RU" noProof="0"/>
              <a:t>Вставка рисунка</a:t>
            </a:r>
          </a:p>
        </p:txBody>
      </p:sp>
      <p:sp>
        <p:nvSpPr>
          <p:cNvPr id="14" name="Текст 28">
            <a:extLst>
              <a:ext uri="{FF2B5EF4-FFF2-40B4-BE49-F238E27FC236}">
                <a16:creationId xmlns:a16="http://schemas.microsoft.com/office/drawing/2014/main" id="{5A429D4E-B795-4E55-852E-9E161F9EBD36}"/>
              </a:ext>
            </a:extLst>
          </p:cNvPr>
          <p:cNvSpPr>
            <a:spLocks noGrp="1"/>
          </p:cNvSpPr>
          <p:nvPr>
            <p:ph type="body" sz="quarter" idx="21" hasCustomPrompt="1"/>
          </p:nvPr>
        </p:nvSpPr>
        <p:spPr>
          <a:xfrm>
            <a:off x="5966787" y="2670048"/>
            <a:ext cx="1399032" cy="411480"/>
          </a:xfrm>
        </p:spPr>
        <p:txBody>
          <a:bodyPr lIns="0" tIns="0" rIns="0" bIns="0" rtlCol="0" anchor="t">
            <a:noAutofit/>
          </a:bodyPr>
          <a:lstStyle>
            <a:lvl1pPr marL="0" indent="0" algn="r">
              <a:lnSpc>
                <a:spcPct val="100000"/>
              </a:lnSpc>
              <a:spcBef>
                <a:spcPts val="0"/>
              </a:spcBef>
              <a:buFont typeface="+mj-lt"/>
              <a:buNone/>
              <a:defRPr lang="ru-MO" sz="1400" b="1" cap="all" spc="100" baseline="0">
                <a:solidFill>
                  <a:schemeClr val="tx1"/>
                </a:solidFill>
                <a:latin typeface="+mj-lt"/>
              </a:defRPr>
            </a:lvl1pPr>
          </a:lstStyle>
          <a:p>
            <a:pPr lvl="0" rtl="0"/>
            <a:r>
              <a:rPr lang="ru-RU" noProof="0"/>
              <a:t>Имя</a:t>
            </a:r>
          </a:p>
        </p:txBody>
      </p:sp>
      <p:sp>
        <p:nvSpPr>
          <p:cNvPr id="15" name="Текст 28">
            <a:extLst>
              <a:ext uri="{FF2B5EF4-FFF2-40B4-BE49-F238E27FC236}">
                <a16:creationId xmlns:a16="http://schemas.microsoft.com/office/drawing/2014/main" id="{41D297CB-52EE-4DE4-AEAC-CD4AAF2BF17B}"/>
              </a:ext>
            </a:extLst>
          </p:cNvPr>
          <p:cNvSpPr>
            <a:spLocks noGrp="1"/>
          </p:cNvSpPr>
          <p:nvPr>
            <p:ph type="body" sz="quarter" idx="22" hasCustomPrompt="1"/>
          </p:nvPr>
        </p:nvSpPr>
        <p:spPr>
          <a:xfrm>
            <a:off x="5966787" y="3094300"/>
            <a:ext cx="1399032" cy="517580"/>
          </a:xfrm>
        </p:spPr>
        <p:txBody>
          <a:bodyPr lIns="0" tIns="0" rIns="0" bIns="0" rtlCol="0">
            <a:noAutofit/>
          </a:bodyPr>
          <a:lstStyle>
            <a:lvl1pPr marL="0" indent="0" algn="r">
              <a:lnSpc>
                <a:spcPct val="100000"/>
              </a:lnSpc>
              <a:spcBef>
                <a:spcPts val="0"/>
              </a:spcBef>
              <a:buNone/>
              <a:defRPr lang="ru-MO" sz="1200" b="0" spc="100" baseline="0">
                <a:solidFill>
                  <a:schemeClr val="tx1"/>
                </a:solidFill>
              </a:defRPr>
            </a:lvl1pPr>
          </a:lstStyle>
          <a:p>
            <a:pPr lvl="0" rtl="0"/>
            <a:r>
              <a:rPr lang="ru-RU" noProof="0"/>
              <a:t>Название</a:t>
            </a:r>
          </a:p>
        </p:txBody>
      </p:sp>
      <p:sp>
        <p:nvSpPr>
          <p:cNvPr id="32" name="Текст 28">
            <a:extLst>
              <a:ext uri="{FF2B5EF4-FFF2-40B4-BE49-F238E27FC236}">
                <a16:creationId xmlns:a16="http://schemas.microsoft.com/office/drawing/2014/main" id="{6E32CE61-2D9B-C245-0D18-C33760B08537}"/>
              </a:ext>
            </a:extLst>
          </p:cNvPr>
          <p:cNvSpPr>
            <a:spLocks noGrp="1"/>
          </p:cNvSpPr>
          <p:nvPr>
            <p:ph type="body" sz="quarter" idx="33" hasCustomPrompt="1"/>
          </p:nvPr>
        </p:nvSpPr>
        <p:spPr>
          <a:xfrm>
            <a:off x="5966787" y="4479943"/>
            <a:ext cx="1399032" cy="411480"/>
          </a:xfrm>
        </p:spPr>
        <p:txBody>
          <a:bodyPr lIns="0" tIns="0" rIns="0" bIns="0" rtlCol="0" anchor="t">
            <a:noAutofit/>
          </a:bodyPr>
          <a:lstStyle>
            <a:lvl1pPr marL="0" indent="0" algn="r">
              <a:lnSpc>
                <a:spcPct val="100000"/>
              </a:lnSpc>
              <a:spcBef>
                <a:spcPts val="0"/>
              </a:spcBef>
              <a:buFont typeface="+mj-lt"/>
              <a:buNone/>
              <a:defRPr lang="ru-MO" sz="1400" b="1" cap="all" spc="100" baseline="0">
                <a:solidFill>
                  <a:schemeClr val="tx1"/>
                </a:solidFill>
                <a:latin typeface="+mj-lt"/>
              </a:defRPr>
            </a:lvl1pPr>
          </a:lstStyle>
          <a:p>
            <a:pPr lvl="0" rtl="0"/>
            <a:r>
              <a:rPr lang="ru-RU" noProof="0"/>
              <a:t>Имя</a:t>
            </a:r>
          </a:p>
        </p:txBody>
      </p:sp>
      <p:sp>
        <p:nvSpPr>
          <p:cNvPr id="33" name="Текст 28">
            <a:extLst>
              <a:ext uri="{FF2B5EF4-FFF2-40B4-BE49-F238E27FC236}">
                <a16:creationId xmlns:a16="http://schemas.microsoft.com/office/drawing/2014/main" id="{E4068D0A-21CD-897C-9CC1-0BFDAABBD491}"/>
              </a:ext>
            </a:extLst>
          </p:cNvPr>
          <p:cNvSpPr>
            <a:spLocks noGrp="1"/>
          </p:cNvSpPr>
          <p:nvPr>
            <p:ph type="body" sz="quarter" idx="34" hasCustomPrompt="1"/>
          </p:nvPr>
        </p:nvSpPr>
        <p:spPr>
          <a:xfrm>
            <a:off x="5966787" y="4904195"/>
            <a:ext cx="1399032" cy="517580"/>
          </a:xfrm>
        </p:spPr>
        <p:txBody>
          <a:bodyPr lIns="0" tIns="0" rIns="0" bIns="0" rtlCol="0">
            <a:noAutofit/>
          </a:bodyPr>
          <a:lstStyle>
            <a:lvl1pPr marL="0" indent="0" algn="r">
              <a:lnSpc>
                <a:spcPct val="100000"/>
              </a:lnSpc>
              <a:spcBef>
                <a:spcPts val="0"/>
              </a:spcBef>
              <a:buNone/>
              <a:defRPr lang="ru-MO" sz="1200" b="0" spc="100" baseline="0">
                <a:solidFill>
                  <a:schemeClr val="tx1"/>
                </a:solidFill>
              </a:defRPr>
            </a:lvl1pPr>
          </a:lstStyle>
          <a:p>
            <a:pPr lvl="0" rtl="0"/>
            <a:r>
              <a:rPr lang="ru-RU" noProof="0"/>
              <a:t>Название</a:t>
            </a:r>
          </a:p>
        </p:txBody>
      </p:sp>
      <p:sp>
        <p:nvSpPr>
          <p:cNvPr id="8" name="Рисунок 23">
            <a:extLst>
              <a:ext uri="{FF2B5EF4-FFF2-40B4-BE49-F238E27FC236}">
                <a16:creationId xmlns:a16="http://schemas.microsoft.com/office/drawing/2014/main" id="{124DE785-775F-4AE4-94B3-FA728188EBA5}"/>
              </a:ext>
            </a:extLst>
          </p:cNvPr>
          <p:cNvSpPr>
            <a:spLocks noGrp="1" noChangeAspect="1"/>
          </p:cNvSpPr>
          <p:nvPr>
            <p:ph type="pic" sz="quarter" idx="15"/>
          </p:nvPr>
        </p:nvSpPr>
        <p:spPr>
          <a:xfrm>
            <a:off x="7498080" y="2450592"/>
            <a:ext cx="1161288" cy="1161288"/>
          </a:xfrm>
        </p:spPr>
        <p:txBody>
          <a:bodyPr rtlCol="0">
            <a:normAutofit/>
          </a:bodyPr>
          <a:lstStyle>
            <a:lvl1pPr marL="0" indent="0">
              <a:buNone/>
              <a:defRPr lang="ru-MO" sz="1400">
                <a:solidFill>
                  <a:schemeClr val="tx1"/>
                </a:solidFill>
              </a:defRPr>
            </a:lvl1pPr>
          </a:lstStyle>
          <a:p>
            <a:pPr rtl="0"/>
            <a:r>
              <a:rPr lang="ru-RU" noProof="0"/>
              <a:t>Вставка рисунка</a:t>
            </a:r>
          </a:p>
        </p:txBody>
      </p:sp>
      <p:sp>
        <p:nvSpPr>
          <p:cNvPr id="26" name="Рисунок 23">
            <a:extLst>
              <a:ext uri="{FF2B5EF4-FFF2-40B4-BE49-F238E27FC236}">
                <a16:creationId xmlns:a16="http://schemas.microsoft.com/office/drawing/2014/main" id="{C110D526-1AE4-5106-E956-0B2ED3A4D4BC}"/>
              </a:ext>
            </a:extLst>
          </p:cNvPr>
          <p:cNvSpPr>
            <a:spLocks noGrp="1" noChangeAspect="1"/>
          </p:cNvSpPr>
          <p:nvPr>
            <p:ph type="pic" sz="quarter" idx="27"/>
          </p:nvPr>
        </p:nvSpPr>
        <p:spPr>
          <a:xfrm>
            <a:off x="7498080" y="4260487"/>
            <a:ext cx="1161288" cy="1161288"/>
          </a:xfrm>
        </p:spPr>
        <p:txBody>
          <a:bodyPr rtlCol="0">
            <a:normAutofit/>
          </a:bodyPr>
          <a:lstStyle>
            <a:lvl1pPr marL="0" indent="0">
              <a:buNone/>
              <a:defRPr lang="ru-MO" sz="1400">
                <a:solidFill>
                  <a:schemeClr val="tx1"/>
                </a:solidFill>
              </a:defRPr>
            </a:lvl1pPr>
          </a:lstStyle>
          <a:p>
            <a:pPr rtl="0"/>
            <a:r>
              <a:rPr lang="ru-RU" noProof="0"/>
              <a:t>Вставка рисунка</a:t>
            </a:r>
          </a:p>
        </p:txBody>
      </p:sp>
      <p:sp>
        <p:nvSpPr>
          <p:cNvPr id="16" name="Текст 28">
            <a:extLst>
              <a:ext uri="{FF2B5EF4-FFF2-40B4-BE49-F238E27FC236}">
                <a16:creationId xmlns:a16="http://schemas.microsoft.com/office/drawing/2014/main" id="{AD7B736B-3A10-499F-8F23-4437982C8231}"/>
              </a:ext>
            </a:extLst>
          </p:cNvPr>
          <p:cNvSpPr>
            <a:spLocks noGrp="1"/>
          </p:cNvSpPr>
          <p:nvPr>
            <p:ph type="body" sz="quarter" idx="23" hasCustomPrompt="1"/>
          </p:nvPr>
        </p:nvSpPr>
        <p:spPr>
          <a:xfrm>
            <a:off x="8732520" y="2670048"/>
            <a:ext cx="1399032" cy="411480"/>
          </a:xfrm>
        </p:spPr>
        <p:txBody>
          <a:bodyPr lIns="0" tIns="0" rIns="0" bIns="0" rtlCol="0" anchor="t">
            <a:noAutofit/>
          </a:bodyPr>
          <a:lstStyle>
            <a:lvl1pPr marL="0" indent="0" algn="r">
              <a:lnSpc>
                <a:spcPct val="100000"/>
              </a:lnSpc>
              <a:spcBef>
                <a:spcPts val="0"/>
              </a:spcBef>
              <a:buFont typeface="+mj-lt"/>
              <a:buNone/>
              <a:defRPr lang="ru-MO" sz="1400" b="1" cap="all" spc="100" baseline="0">
                <a:solidFill>
                  <a:schemeClr val="tx1"/>
                </a:solidFill>
                <a:latin typeface="+mj-lt"/>
              </a:defRPr>
            </a:lvl1pPr>
          </a:lstStyle>
          <a:p>
            <a:pPr lvl="0" rtl="0"/>
            <a:r>
              <a:rPr lang="ru-RU" noProof="0"/>
              <a:t>Имя</a:t>
            </a:r>
          </a:p>
        </p:txBody>
      </p:sp>
      <p:sp>
        <p:nvSpPr>
          <p:cNvPr id="17" name="Текст 28">
            <a:extLst>
              <a:ext uri="{FF2B5EF4-FFF2-40B4-BE49-F238E27FC236}">
                <a16:creationId xmlns:a16="http://schemas.microsoft.com/office/drawing/2014/main" id="{07165540-290D-4A38-87DE-F52B05BD6A1A}"/>
              </a:ext>
            </a:extLst>
          </p:cNvPr>
          <p:cNvSpPr>
            <a:spLocks noGrp="1"/>
          </p:cNvSpPr>
          <p:nvPr>
            <p:ph type="body" sz="quarter" idx="24" hasCustomPrompt="1"/>
          </p:nvPr>
        </p:nvSpPr>
        <p:spPr>
          <a:xfrm>
            <a:off x="8732520" y="3094300"/>
            <a:ext cx="1399032" cy="517580"/>
          </a:xfrm>
        </p:spPr>
        <p:txBody>
          <a:bodyPr lIns="0" tIns="0" rIns="0" bIns="0" rtlCol="0">
            <a:noAutofit/>
          </a:bodyPr>
          <a:lstStyle>
            <a:lvl1pPr marL="0" indent="0" algn="r">
              <a:lnSpc>
                <a:spcPct val="100000"/>
              </a:lnSpc>
              <a:spcBef>
                <a:spcPts val="0"/>
              </a:spcBef>
              <a:buNone/>
              <a:defRPr lang="ru-MO" sz="1200" b="0" spc="100" baseline="0">
                <a:solidFill>
                  <a:schemeClr val="tx1"/>
                </a:solidFill>
              </a:defRPr>
            </a:lvl1pPr>
          </a:lstStyle>
          <a:p>
            <a:pPr lvl="0" rtl="0"/>
            <a:r>
              <a:rPr lang="ru-RU" noProof="0"/>
              <a:t>Название</a:t>
            </a:r>
          </a:p>
        </p:txBody>
      </p:sp>
      <p:sp>
        <p:nvSpPr>
          <p:cNvPr id="34" name="Текст 28">
            <a:extLst>
              <a:ext uri="{FF2B5EF4-FFF2-40B4-BE49-F238E27FC236}">
                <a16:creationId xmlns:a16="http://schemas.microsoft.com/office/drawing/2014/main" id="{3858F91A-46AA-AF23-2716-3B2B678BBE01}"/>
              </a:ext>
            </a:extLst>
          </p:cNvPr>
          <p:cNvSpPr>
            <a:spLocks noGrp="1"/>
          </p:cNvSpPr>
          <p:nvPr>
            <p:ph type="body" sz="quarter" idx="35" hasCustomPrompt="1"/>
          </p:nvPr>
        </p:nvSpPr>
        <p:spPr>
          <a:xfrm>
            <a:off x="8732520" y="4479943"/>
            <a:ext cx="1399032" cy="411480"/>
          </a:xfrm>
        </p:spPr>
        <p:txBody>
          <a:bodyPr lIns="0" tIns="0" rIns="0" bIns="0" rtlCol="0" anchor="t">
            <a:noAutofit/>
          </a:bodyPr>
          <a:lstStyle>
            <a:lvl1pPr marL="0" indent="0" algn="r">
              <a:lnSpc>
                <a:spcPct val="100000"/>
              </a:lnSpc>
              <a:spcBef>
                <a:spcPts val="0"/>
              </a:spcBef>
              <a:buFont typeface="+mj-lt"/>
              <a:buNone/>
              <a:defRPr lang="ru-MO" sz="1400" b="1" cap="all" spc="100" baseline="0">
                <a:solidFill>
                  <a:schemeClr val="tx1"/>
                </a:solidFill>
                <a:latin typeface="+mj-lt"/>
              </a:defRPr>
            </a:lvl1pPr>
          </a:lstStyle>
          <a:p>
            <a:pPr lvl="0" rtl="0"/>
            <a:r>
              <a:rPr lang="ru-RU" noProof="0"/>
              <a:t>Имя</a:t>
            </a:r>
          </a:p>
        </p:txBody>
      </p:sp>
      <p:sp>
        <p:nvSpPr>
          <p:cNvPr id="35" name="Текст 28">
            <a:extLst>
              <a:ext uri="{FF2B5EF4-FFF2-40B4-BE49-F238E27FC236}">
                <a16:creationId xmlns:a16="http://schemas.microsoft.com/office/drawing/2014/main" id="{EBC002F6-7435-833F-0E8B-30A53B0755AE}"/>
              </a:ext>
            </a:extLst>
          </p:cNvPr>
          <p:cNvSpPr>
            <a:spLocks noGrp="1"/>
          </p:cNvSpPr>
          <p:nvPr>
            <p:ph type="body" sz="quarter" idx="36" hasCustomPrompt="1"/>
          </p:nvPr>
        </p:nvSpPr>
        <p:spPr>
          <a:xfrm>
            <a:off x="8732520" y="4904195"/>
            <a:ext cx="1399032" cy="517580"/>
          </a:xfrm>
        </p:spPr>
        <p:txBody>
          <a:bodyPr lIns="0" tIns="0" rIns="0" bIns="0" rtlCol="0">
            <a:noAutofit/>
          </a:bodyPr>
          <a:lstStyle>
            <a:lvl1pPr marL="0" indent="0" algn="r">
              <a:lnSpc>
                <a:spcPct val="100000"/>
              </a:lnSpc>
              <a:spcBef>
                <a:spcPts val="0"/>
              </a:spcBef>
              <a:buNone/>
              <a:defRPr lang="ru-MO" sz="1200" b="0" spc="100" baseline="0">
                <a:solidFill>
                  <a:schemeClr val="tx1"/>
                </a:solidFill>
              </a:defRPr>
            </a:lvl1pPr>
          </a:lstStyle>
          <a:p>
            <a:pPr lvl="0" rtl="0"/>
            <a:r>
              <a:rPr lang="ru-RU" noProof="0"/>
              <a:t>Название</a:t>
            </a:r>
          </a:p>
        </p:txBody>
      </p:sp>
      <p:sp>
        <p:nvSpPr>
          <p:cNvPr id="9" name="Рисунок 23">
            <a:extLst>
              <a:ext uri="{FF2B5EF4-FFF2-40B4-BE49-F238E27FC236}">
                <a16:creationId xmlns:a16="http://schemas.microsoft.com/office/drawing/2014/main" id="{F5694B35-7776-4DB9-9EB7-3AF076EC357D}"/>
              </a:ext>
            </a:extLst>
          </p:cNvPr>
          <p:cNvSpPr>
            <a:spLocks noGrp="1" noChangeAspect="1"/>
          </p:cNvSpPr>
          <p:nvPr>
            <p:ph type="pic" sz="quarter" idx="16"/>
          </p:nvPr>
        </p:nvSpPr>
        <p:spPr>
          <a:xfrm>
            <a:off x="10250424" y="2450592"/>
            <a:ext cx="1161288" cy="1161288"/>
          </a:xfrm>
        </p:spPr>
        <p:txBody>
          <a:bodyPr rtlCol="0">
            <a:normAutofit/>
          </a:bodyPr>
          <a:lstStyle>
            <a:lvl1pPr marL="0" indent="0">
              <a:buNone/>
              <a:defRPr lang="ru-MO" sz="1400">
                <a:solidFill>
                  <a:schemeClr val="tx1"/>
                </a:solidFill>
              </a:defRPr>
            </a:lvl1pPr>
          </a:lstStyle>
          <a:p>
            <a:pPr rtl="0"/>
            <a:r>
              <a:rPr lang="ru-RU" noProof="0"/>
              <a:t>Вставка рисунка</a:t>
            </a:r>
          </a:p>
        </p:txBody>
      </p:sp>
      <p:sp>
        <p:nvSpPr>
          <p:cNvPr id="27" name="Рисунок 23">
            <a:extLst>
              <a:ext uri="{FF2B5EF4-FFF2-40B4-BE49-F238E27FC236}">
                <a16:creationId xmlns:a16="http://schemas.microsoft.com/office/drawing/2014/main" id="{2CBF8435-BD05-F386-4E6E-F2B6F6894FD7}"/>
              </a:ext>
            </a:extLst>
          </p:cNvPr>
          <p:cNvSpPr>
            <a:spLocks noGrp="1" noChangeAspect="1"/>
          </p:cNvSpPr>
          <p:nvPr>
            <p:ph type="pic" sz="quarter" idx="28"/>
          </p:nvPr>
        </p:nvSpPr>
        <p:spPr>
          <a:xfrm>
            <a:off x="10250424" y="4260487"/>
            <a:ext cx="1161288" cy="1161288"/>
          </a:xfrm>
        </p:spPr>
        <p:txBody>
          <a:bodyPr rtlCol="0">
            <a:normAutofit/>
          </a:bodyPr>
          <a:lstStyle>
            <a:lvl1pPr marL="0" indent="0">
              <a:buNone/>
              <a:defRPr lang="ru-MO" sz="1400">
                <a:solidFill>
                  <a:schemeClr val="tx1"/>
                </a:solidFill>
              </a:defRPr>
            </a:lvl1pPr>
          </a:lstStyle>
          <a:p>
            <a:pPr rtl="0"/>
            <a:r>
              <a:rPr lang="ru-RU" noProof="0"/>
              <a:t>Вставка рисунка</a:t>
            </a:r>
          </a:p>
        </p:txBody>
      </p:sp>
      <p:sp>
        <p:nvSpPr>
          <p:cNvPr id="4" name="Нижний колонтитул 3">
            <a:extLst>
              <a:ext uri="{FF2B5EF4-FFF2-40B4-BE49-F238E27FC236}">
                <a16:creationId xmlns:a16="http://schemas.microsoft.com/office/drawing/2014/main" id="{96356206-85FD-45F5-A1F7-128DB34C860F}"/>
              </a:ext>
            </a:extLst>
          </p:cNvPr>
          <p:cNvSpPr>
            <a:spLocks noGrp="1"/>
          </p:cNvSpPr>
          <p:nvPr>
            <p:ph type="ftr" sz="quarter" idx="11"/>
          </p:nvPr>
        </p:nvSpPr>
        <p:spPr>
          <a:xfrm>
            <a:off x="4038600" y="11575"/>
            <a:ext cx="4114800" cy="856526"/>
          </a:xfrm>
          <a:prstGeom prst="rect">
            <a:avLst/>
          </a:prstGeom>
        </p:spPr>
        <p:txBody>
          <a:bodyPr rtlCol="0"/>
          <a:lstStyle>
            <a:defPPr>
              <a:defRPr lang="ru-MO"/>
            </a:defPPr>
          </a:lstStyle>
          <a:p>
            <a:pPr rtl="0"/>
            <a:r>
              <a:rPr lang="ru-RU" noProof="0"/>
              <a:t>ЗАГОЛОВОК ПРЕЗЕНТАЦИИ</a:t>
            </a:r>
          </a:p>
        </p:txBody>
      </p:sp>
      <p:sp>
        <p:nvSpPr>
          <p:cNvPr id="5" name="Номер слайда 4">
            <a:extLst>
              <a:ext uri="{FF2B5EF4-FFF2-40B4-BE49-F238E27FC236}">
                <a16:creationId xmlns:a16="http://schemas.microsoft.com/office/drawing/2014/main" id="{0203763F-C8CD-4BCB-9A0A-B10F000BC1DB}"/>
              </a:ext>
            </a:extLst>
          </p:cNvPr>
          <p:cNvSpPr>
            <a:spLocks noGrp="1"/>
          </p:cNvSpPr>
          <p:nvPr>
            <p:ph type="sldNum" sz="quarter" idx="12"/>
          </p:nvPr>
        </p:nvSpPr>
        <p:spPr>
          <a:xfrm>
            <a:off x="4038600" y="6006546"/>
            <a:ext cx="4114800" cy="851453"/>
          </a:xfrm>
          <a:prstGeom prst="rect">
            <a:avLst/>
          </a:prstGeom>
        </p:spPr>
        <p:txBody>
          <a:bodyPr rtlCol="0"/>
          <a:lstStyle>
            <a:defPPr>
              <a:defRPr lang="ru-MO"/>
            </a:defPPr>
          </a:lstStyle>
          <a:p>
            <a:pPr rtl="0"/>
            <a:fld id="{294A09A9-5501-47C1-A89A-A340965A2BE2}" type="slidenum">
              <a:rPr lang="ru-RU" noProof="0" smtClean="0"/>
              <a:t>‹#›</a:t>
            </a:fld>
            <a:endParaRPr lang="ru-RU" noProof="0"/>
          </a:p>
        </p:txBody>
      </p:sp>
      <p:cxnSp>
        <p:nvCxnSpPr>
          <p:cNvPr id="18" name="Прямая соединительная линия 17">
            <a:extLst>
              <a:ext uri="{FF2B5EF4-FFF2-40B4-BE49-F238E27FC236}">
                <a16:creationId xmlns:a16="http://schemas.microsoft.com/office/drawing/2014/main" id="{663C6C7E-F363-1F17-B288-D4D45B87028D}"/>
              </a:ext>
            </a:extLst>
          </p:cNvPr>
          <p:cNvCxnSpPr>
            <a:cxnSpLocks/>
          </p:cNvCxnSpPr>
          <p:nvPr userDrawn="1"/>
        </p:nvCxnSpPr>
        <p:spPr>
          <a:xfrm>
            <a:off x="5251048" y="868101"/>
            <a:ext cx="1689904" cy="0"/>
          </a:xfrm>
          <a:prstGeom prst="line">
            <a:avLst/>
          </a:prstGeom>
          <a:ln w="12700"/>
        </p:spPr>
        <p:style>
          <a:lnRef idx="1">
            <a:schemeClr val="dk1"/>
          </a:lnRef>
          <a:fillRef idx="0">
            <a:schemeClr val="dk1"/>
          </a:fillRef>
          <a:effectRef idx="0">
            <a:schemeClr val="dk1"/>
          </a:effectRef>
          <a:fontRef idx="minor">
            <a:schemeClr val="tx1"/>
          </a:fontRef>
        </p:style>
      </p:cxnSp>
      <p:cxnSp>
        <p:nvCxnSpPr>
          <p:cNvPr id="19" name="Прямая соединительная линия 18">
            <a:extLst>
              <a:ext uri="{FF2B5EF4-FFF2-40B4-BE49-F238E27FC236}">
                <a16:creationId xmlns:a16="http://schemas.microsoft.com/office/drawing/2014/main" id="{ED6D4091-312C-81B9-BAF6-5E0D6F665E5D}"/>
              </a:ext>
            </a:extLst>
          </p:cNvPr>
          <p:cNvCxnSpPr>
            <a:cxnSpLocks/>
          </p:cNvCxnSpPr>
          <p:nvPr userDrawn="1"/>
        </p:nvCxnSpPr>
        <p:spPr>
          <a:xfrm>
            <a:off x="5251048" y="5995687"/>
            <a:ext cx="1689904" cy="0"/>
          </a:xfrm>
          <a:prstGeom prst="line">
            <a:avLst/>
          </a:prstGeom>
          <a:ln w="12700"/>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2055234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woTxTwoObj" preserve="1">
  <p:cSld name="5 столбцов">
    <p:spTree>
      <p:nvGrpSpPr>
        <p:cNvPr id="1" name=""/>
        <p:cNvGrpSpPr/>
        <p:nvPr/>
      </p:nvGrpSpPr>
      <p:grpSpPr>
        <a:xfrm>
          <a:off x="0" y="0"/>
          <a:ext cx="0" cy="0"/>
          <a:chOff x="0" y="0"/>
          <a:chExt cx="0" cy="0"/>
        </a:xfrm>
      </p:grpSpPr>
      <p:pic>
        <p:nvPicPr>
          <p:cNvPr id="17" name="Рисунок 16">
            <a:extLst>
              <a:ext uri="{FF2B5EF4-FFF2-40B4-BE49-F238E27FC236}">
                <a16:creationId xmlns:a16="http://schemas.microsoft.com/office/drawing/2014/main" id="{3345C5D8-082A-AC27-3801-7A6EC3751955}"/>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l="8809"/>
          <a:stretch/>
        </p:blipFill>
        <p:spPr>
          <a:xfrm>
            <a:off x="0" y="0"/>
            <a:ext cx="5467552" cy="2350008"/>
          </a:xfrm>
          <a:prstGeom prst="rect">
            <a:avLst/>
          </a:prstGeom>
        </p:spPr>
      </p:pic>
      <p:pic>
        <p:nvPicPr>
          <p:cNvPr id="15" name="Рисунок 14">
            <a:extLst>
              <a:ext uri="{FF2B5EF4-FFF2-40B4-BE49-F238E27FC236}">
                <a16:creationId xmlns:a16="http://schemas.microsoft.com/office/drawing/2014/main" id="{3531883F-9B23-B442-5F02-C2D25BB37CA5}"/>
              </a:ext>
            </a:extLst>
          </p:cNvPr>
          <p:cNvPicPr>
            <a:picLocks noChangeAspect="1"/>
          </p:cNvPicPr>
          <p:nvPr userDrawn="1"/>
        </p:nvPicPr>
        <p:blipFill>
          <a:blip r:embed="rId3"/>
          <a:stretch>
            <a:fillRect/>
          </a:stretch>
        </p:blipFill>
        <p:spPr>
          <a:xfrm>
            <a:off x="7241236" y="1234440"/>
            <a:ext cx="4950764" cy="5623560"/>
          </a:xfrm>
          <a:prstGeom prst="rect">
            <a:avLst/>
          </a:prstGeom>
        </p:spPr>
      </p:pic>
      <p:sp>
        <p:nvSpPr>
          <p:cNvPr id="2" name="Заголовок 1">
            <a:extLst>
              <a:ext uri="{FF2B5EF4-FFF2-40B4-BE49-F238E27FC236}">
                <a16:creationId xmlns:a16="http://schemas.microsoft.com/office/drawing/2014/main" id="{5A0D1FF5-7EF8-4250-A259-43050ABBD3B6}"/>
              </a:ext>
            </a:extLst>
          </p:cNvPr>
          <p:cNvSpPr>
            <a:spLocks noGrp="1"/>
          </p:cNvSpPr>
          <p:nvPr>
            <p:ph type="title"/>
          </p:nvPr>
        </p:nvSpPr>
        <p:spPr>
          <a:xfrm>
            <a:off x="612648" y="868679"/>
            <a:ext cx="10972800" cy="1572768"/>
          </a:xfrm>
        </p:spPr>
        <p:txBody>
          <a:bodyPr lIns="91440" tIns="182880" rIns="91440" bIns="0" rtlCol="0"/>
          <a:lstStyle>
            <a:lvl1pPr algn="ctr">
              <a:lnSpc>
                <a:spcPct val="90000"/>
              </a:lnSpc>
              <a:defRPr lang="ru-MO" sz="4800" spc="400" baseline="0"/>
            </a:lvl1pPr>
          </a:lstStyle>
          <a:p>
            <a:pPr rtl="0"/>
            <a:r>
              <a:rPr lang="ru-RU" noProof="0"/>
              <a:t>Образец заголовка</a:t>
            </a:r>
          </a:p>
        </p:txBody>
      </p:sp>
      <p:sp>
        <p:nvSpPr>
          <p:cNvPr id="3" name="Текст 2">
            <a:extLst>
              <a:ext uri="{FF2B5EF4-FFF2-40B4-BE49-F238E27FC236}">
                <a16:creationId xmlns:a16="http://schemas.microsoft.com/office/drawing/2014/main" id="{673DC3A9-D4E6-42CF-91A8-F267C7C66CCB}"/>
              </a:ext>
            </a:extLst>
          </p:cNvPr>
          <p:cNvSpPr>
            <a:spLocks noGrp="1"/>
          </p:cNvSpPr>
          <p:nvPr>
            <p:ph type="body" idx="1" hasCustomPrompt="1"/>
          </p:nvPr>
        </p:nvSpPr>
        <p:spPr>
          <a:xfrm>
            <a:off x="612648" y="2438400"/>
            <a:ext cx="2029968" cy="530352"/>
          </a:xfrm>
          <a:solidFill>
            <a:schemeClr val="tx1"/>
          </a:solidFill>
        </p:spPr>
        <p:txBody>
          <a:bodyPr rtlCol="0" anchor="ctr"/>
          <a:lstStyle>
            <a:lvl1pPr marL="0" indent="0" algn="ctr">
              <a:lnSpc>
                <a:spcPct val="100000"/>
              </a:lnSpc>
              <a:spcBef>
                <a:spcPts val="1000"/>
              </a:spcBef>
              <a:buNone/>
              <a:defRPr lang="ru-MO" sz="2000" b="1" cap="all" spc="200" baseline="0">
                <a:solidFill>
                  <a:schemeClr val="bg1"/>
                </a:solidFill>
                <a:latin typeface="+mj-lt"/>
              </a:defRPr>
            </a:lvl1pPr>
            <a:lvl2pPr marL="457200" indent="0">
              <a:buNone/>
              <a:defRPr lang="ru-MO" sz="2000" b="1"/>
            </a:lvl2pPr>
            <a:lvl3pPr marL="914400" indent="0">
              <a:buNone/>
              <a:defRPr lang="ru-MO" sz="1800" b="1"/>
            </a:lvl3pPr>
            <a:lvl4pPr marL="1371600" indent="0">
              <a:buNone/>
              <a:defRPr lang="ru-MO" sz="1600" b="1"/>
            </a:lvl4pPr>
            <a:lvl5pPr marL="1828800" indent="0">
              <a:buNone/>
              <a:defRPr lang="ru-MO" sz="1600" b="1"/>
            </a:lvl5pPr>
            <a:lvl6pPr marL="2286000" indent="0">
              <a:buNone/>
              <a:defRPr lang="ru-MO" sz="1600" b="1"/>
            </a:lvl6pPr>
            <a:lvl7pPr marL="2743200" indent="0">
              <a:buNone/>
              <a:defRPr lang="ru-MO" sz="1600" b="1"/>
            </a:lvl7pPr>
            <a:lvl8pPr marL="3200400" indent="0">
              <a:buNone/>
              <a:defRPr lang="ru-MO" sz="1600" b="1"/>
            </a:lvl8pPr>
            <a:lvl9pPr marL="3657600" indent="0">
              <a:buNone/>
              <a:defRPr lang="ru-MO" sz="1600" b="1"/>
            </a:lvl9pPr>
          </a:lstStyle>
          <a:p>
            <a:pPr lvl="0" rtl="0"/>
            <a:r>
              <a:rPr lang="ru-RU" noProof="0"/>
              <a:t>Щелкните, чтобы изменить стили текста образца слайда</a:t>
            </a:r>
          </a:p>
        </p:txBody>
      </p:sp>
      <p:sp>
        <p:nvSpPr>
          <p:cNvPr id="4" name="Объект 3">
            <a:extLst>
              <a:ext uri="{FF2B5EF4-FFF2-40B4-BE49-F238E27FC236}">
                <a16:creationId xmlns:a16="http://schemas.microsoft.com/office/drawing/2014/main" id="{C752CCA9-53A3-4DA5-AD45-C2A2C12A3A6A}"/>
              </a:ext>
            </a:extLst>
          </p:cNvPr>
          <p:cNvSpPr>
            <a:spLocks noGrp="1"/>
          </p:cNvSpPr>
          <p:nvPr>
            <p:ph sz="half" idx="2" hasCustomPrompt="1"/>
          </p:nvPr>
        </p:nvSpPr>
        <p:spPr>
          <a:xfrm>
            <a:off x="612648" y="3127248"/>
            <a:ext cx="2029968" cy="2514600"/>
          </a:xfrm>
          <a:solidFill>
            <a:schemeClr val="accent6">
              <a:lumMod val="20000"/>
              <a:lumOff val="80000"/>
              <a:alpha val="50000"/>
            </a:schemeClr>
          </a:solidFill>
          <a:ln>
            <a:solidFill>
              <a:schemeClr val="tx1"/>
            </a:solidFill>
          </a:ln>
        </p:spPr>
        <p:txBody>
          <a:bodyPr tIns="182880" bIns="91440" rtlCol="0"/>
          <a:lstStyle>
            <a:lvl1pPr marL="0" indent="0">
              <a:lnSpc>
                <a:spcPct val="100000"/>
              </a:lnSpc>
              <a:spcBef>
                <a:spcPts val="0"/>
              </a:spcBef>
              <a:buNone/>
              <a:defRPr lang="ru-MO" sz="1600" spc="100" baseline="0"/>
            </a:lvl1pPr>
            <a:lvl2pPr marL="228600">
              <a:lnSpc>
                <a:spcPct val="100000"/>
              </a:lnSpc>
              <a:spcBef>
                <a:spcPts val="0"/>
              </a:spcBef>
              <a:defRPr lang="ru-MO" sz="1400" spc="100" baseline="0"/>
            </a:lvl2pPr>
            <a:lvl3pPr>
              <a:lnSpc>
                <a:spcPct val="100000"/>
              </a:lnSpc>
              <a:spcBef>
                <a:spcPts val="1000"/>
              </a:spcBef>
              <a:defRPr lang="ru-MO" sz="1200" spc="100" baseline="0"/>
            </a:lvl3pPr>
            <a:lvl4pPr>
              <a:lnSpc>
                <a:spcPct val="100000"/>
              </a:lnSpc>
              <a:spcBef>
                <a:spcPts val="1000"/>
              </a:spcBef>
              <a:defRPr lang="ru-MO" sz="1100" spc="100" baseline="0"/>
            </a:lvl4pPr>
            <a:lvl5pPr>
              <a:lnSpc>
                <a:spcPct val="100000"/>
              </a:lnSpc>
              <a:spcBef>
                <a:spcPts val="1000"/>
              </a:spcBef>
              <a:defRPr lang="ru-MO" sz="1100" spc="100" baseline="0"/>
            </a:lvl5pPr>
          </a:lstStyle>
          <a:p>
            <a:pPr lvl="0" rtl="0"/>
            <a:r>
              <a:rPr lang="ru-RU" noProof="0"/>
              <a:t>Щелкните, чтобы изменить стили текста образца слайда</a:t>
            </a:r>
          </a:p>
          <a:p>
            <a:pPr lvl="1" rtl="0"/>
            <a:r>
              <a:rPr lang="ru-RU" noProof="0"/>
              <a:t>Второй уровень</a:t>
            </a:r>
          </a:p>
        </p:txBody>
      </p:sp>
      <p:sp>
        <p:nvSpPr>
          <p:cNvPr id="5" name="Текст 4">
            <a:extLst>
              <a:ext uri="{FF2B5EF4-FFF2-40B4-BE49-F238E27FC236}">
                <a16:creationId xmlns:a16="http://schemas.microsoft.com/office/drawing/2014/main" id="{2100C9C6-BD61-4D2C-9146-FB785BAE4FF3}"/>
              </a:ext>
            </a:extLst>
          </p:cNvPr>
          <p:cNvSpPr>
            <a:spLocks noGrp="1"/>
          </p:cNvSpPr>
          <p:nvPr>
            <p:ph type="body" sz="quarter" idx="3" hasCustomPrompt="1"/>
          </p:nvPr>
        </p:nvSpPr>
        <p:spPr>
          <a:xfrm>
            <a:off x="2843784" y="2438400"/>
            <a:ext cx="2029968" cy="530352"/>
          </a:xfrm>
          <a:solidFill>
            <a:schemeClr val="tx1"/>
          </a:solidFill>
        </p:spPr>
        <p:txBody>
          <a:bodyPr rtlCol="0" anchor="ctr"/>
          <a:lstStyle>
            <a:lvl1pPr marL="0" indent="0" algn="ctr">
              <a:lnSpc>
                <a:spcPct val="100000"/>
              </a:lnSpc>
              <a:spcBef>
                <a:spcPts val="1000"/>
              </a:spcBef>
              <a:buNone/>
              <a:defRPr lang="ru-MO" sz="2000" b="1" cap="all" spc="200" baseline="0">
                <a:solidFill>
                  <a:schemeClr val="bg1"/>
                </a:solidFill>
                <a:latin typeface="+mj-lt"/>
              </a:defRPr>
            </a:lvl1pPr>
            <a:lvl2pPr marL="457200" indent="0">
              <a:buNone/>
              <a:defRPr lang="ru-MO" sz="2000" b="1"/>
            </a:lvl2pPr>
            <a:lvl3pPr marL="914400" indent="0">
              <a:buNone/>
              <a:defRPr lang="ru-MO" sz="1800" b="1"/>
            </a:lvl3pPr>
            <a:lvl4pPr marL="1371600" indent="0">
              <a:buNone/>
              <a:defRPr lang="ru-MO" sz="1600" b="1"/>
            </a:lvl4pPr>
            <a:lvl5pPr marL="1828800" indent="0">
              <a:buNone/>
              <a:defRPr lang="ru-MO" sz="1600" b="1"/>
            </a:lvl5pPr>
            <a:lvl6pPr marL="2286000" indent="0">
              <a:buNone/>
              <a:defRPr lang="ru-MO" sz="1600" b="1"/>
            </a:lvl6pPr>
            <a:lvl7pPr marL="2743200" indent="0">
              <a:buNone/>
              <a:defRPr lang="ru-MO" sz="1600" b="1"/>
            </a:lvl7pPr>
            <a:lvl8pPr marL="3200400" indent="0">
              <a:buNone/>
              <a:defRPr lang="ru-MO" sz="1600" b="1"/>
            </a:lvl8pPr>
            <a:lvl9pPr marL="3657600" indent="0">
              <a:buNone/>
              <a:defRPr lang="ru-MO" sz="1600" b="1"/>
            </a:lvl9pPr>
          </a:lstStyle>
          <a:p>
            <a:pPr lvl="0" rtl="0"/>
            <a:r>
              <a:rPr lang="ru-RU" noProof="0"/>
              <a:t>Щелкните, чтобы изменить стили текста образца слайда</a:t>
            </a:r>
          </a:p>
        </p:txBody>
      </p:sp>
      <p:sp>
        <p:nvSpPr>
          <p:cNvPr id="6" name="Объект 5">
            <a:extLst>
              <a:ext uri="{FF2B5EF4-FFF2-40B4-BE49-F238E27FC236}">
                <a16:creationId xmlns:a16="http://schemas.microsoft.com/office/drawing/2014/main" id="{E2E342EE-68BB-484D-98C3-48A7847549D4}"/>
              </a:ext>
            </a:extLst>
          </p:cNvPr>
          <p:cNvSpPr>
            <a:spLocks noGrp="1"/>
          </p:cNvSpPr>
          <p:nvPr>
            <p:ph sz="quarter" idx="4" hasCustomPrompt="1"/>
          </p:nvPr>
        </p:nvSpPr>
        <p:spPr>
          <a:xfrm>
            <a:off x="2843784" y="3127248"/>
            <a:ext cx="2029968" cy="2514600"/>
          </a:xfrm>
          <a:solidFill>
            <a:schemeClr val="accent5">
              <a:alpha val="30000"/>
            </a:schemeClr>
          </a:solidFill>
          <a:ln>
            <a:solidFill>
              <a:schemeClr val="tx1"/>
            </a:solidFill>
          </a:ln>
        </p:spPr>
        <p:txBody>
          <a:bodyPr tIns="182880" bIns="91440" rtlCol="0"/>
          <a:lstStyle>
            <a:lvl1pPr marL="0" indent="0">
              <a:lnSpc>
                <a:spcPct val="100000"/>
              </a:lnSpc>
              <a:spcBef>
                <a:spcPts val="0"/>
              </a:spcBef>
              <a:buNone/>
              <a:defRPr lang="ru-MO" sz="1600" spc="100" baseline="0"/>
            </a:lvl1pPr>
            <a:lvl2pPr marL="228600">
              <a:lnSpc>
                <a:spcPct val="100000"/>
              </a:lnSpc>
              <a:spcBef>
                <a:spcPts val="0"/>
              </a:spcBef>
              <a:defRPr lang="ru-MO" sz="1400" spc="100" baseline="0"/>
            </a:lvl2pPr>
            <a:lvl3pPr>
              <a:lnSpc>
                <a:spcPct val="100000"/>
              </a:lnSpc>
              <a:spcBef>
                <a:spcPts val="1000"/>
              </a:spcBef>
              <a:defRPr lang="ru-MO" sz="1200" spc="100" baseline="0"/>
            </a:lvl3pPr>
            <a:lvl4pPr>
              <a:lnSpc>
                <a:spcPct val="100000"/>
              </a:lnSpc>
              <a:spcBef>
                <a:spcPts val="1000"/>
              </a:spcBef>
              <a:defRPr lang="ru-MO" sz="1100" spc="100" baseline="0"/>
            </a:lvl4pPr>
            <a:lvl5pPr>
              <a:lnSpc>
                <a:spcPct val="100000"/>
              </a:lnSpc>
              <a:spcBef>
                <a:spcPts val="1000"/>
              </a:spcBef>
              <a:defRPr lang="ru-MO" sz="1100" spc="100" baseline="0"/>
            </a:lvl5pPr>
          </a:lstStyle>
          <a:p>
            <a:pPr lvl="0" rtl="0"/>
            <a:r>
              <a:rPr lang="ru-RU" noProof="0"/>
              <a:t>Щелкните, чтобы изменить стили текста образца слайда</a:t>
            </a:r>
          </a:p>
          <a:p>
            <a:pPr lvl="1" rtl="0"/>
            <a:r>
              <a:rPr lang="ru-RU" noProof="0"/>
              <a:t>Второй уровень</a:t>
            </a:r>
          </a:p>
        </p:txBody>
      </p:sp>
      <p:sp>
        <p:nvSpPr>
          <p:cNvPr id="7" name="Текст 4">
            <a:extLst>
              <a:ext uri="{FF2B5EF4-FFF2-40B4-BE49-F238E27FC236}">
                <a16:creationId xmlns:a16="http://schemas.microsoft.com/office/drawing/2014/main" id="{9A48939F-0CF9-9CBD-F606-7A4850B910A1}"/>
              </a:ext>
            </a:extLst>
          </p:cNvPr>
          <p:cNvSpPr>
            <a:spLocks noGrp="1"/>
          </p:cNvSpPr>
          <p:nvPr>
            <p:ph type="body" sz="quarter" idx="13" hasCustomPrompt="1"/>
          </p:nvPr>
        </p:nvSpPr>
        <p:spPr>
          <a:xfrm>
            <a:off x="5084064" y="2438400"/>
            <a:ext cx="2029968" cy="530352"/>
          </a:xfrm>
          <a:solidFill>
            <a:schemeClr val="tx1"/>
          </a:solidFill>
        </p:spPr>
        <p:txBody>
          <a:bodyPr rtlCol="0" anchor="ctr"/>
          <a:lstStyle>
            <a:lvl1pPr marL="0" indent="0" algn="ctr">
              <a:lnSpc>
                <a:spcPct val="100000"/>
              </a:lnSpc>
              <a:spcBef>
                <a:spcPts val="1000"/>
              </a:spcBef>
              <a:buNone/>
              <a:defRPr lang="ru-MO" sz="2000" b="1" cap="all" spc="200" baseline="0">
                <a:solidFill>
                  <a:schemeClr val="bg1"/>
                </a:solidFill>
                <a:latin typeface="+mj-lt"/>
              </a:defRPr>
            </a:lvl1pPr>
            <a:lvl2pPr marL="457200" indent="0">
              <a:buNone/>
              <a:defRPr lang="ru-MO" sz="2000" b="1"/>
            </a:lvl2pPr>
            <a:lvl3pPr marL="914400" indent="0">
              <a:buNone/>
              <a:defRPr lang="ru-MO" sz="1800" b="1"/>
            </a:lvl3pPr>
            <a:lvl4pPr marL="1371600" indent="0">
              <a:buNone/>
              <a:defRPr lang="ru-MO" sz="1600" b="1"/>
            </a:lvl4pPr>
            <a:lvl5pPr marL="1828800" indent="0">
              <a:buNone/>
              <a:defRPr lang="ru-MO" sz="1600" b="1"/>
            </a:lvl5pPr>
            <a:lvl6pPr marL="2286000" indent="0">
              <a:buNone/>
              <a:defRPr lang="ru-MO" sz="1600" b="1"/>
            </a:lvl6pPr>
            <a:lvl7pPr marL="2743200" indent="0">
              <a:buNone/>
              <a:defRPr lang="ru-MO" sz="1600" b="1"/>
            </a:lvl7pPr>
            <a:lvl8pPr marL="3200400" indent="0">
              <a:buNone/>
              <a:defRPr lang="ru-MO" sz="1600" b="1"/>
            </a:lvl8pPr>
            <a:lvl9pPr marL="3657600" indent="0">
              <a:buNone/>
              <a:defRPr lang="ru-MO" sz="1600" b="1"/>
            </a:lvl9pPr>
          </a:lstStyle>
          <a:p>
            <a:pPr lvl="0" rtl="0"/>
            <a:r>
              <a:rPr lang="ru-RU" noProof="0"/>
              <a:t>Щелкните, чтобы изменить стили текста образца слайда</a:t>
            </a:r>
          </a:p>
        </p:txBody>
      </p:sp>
      <p:sp>
        <p:nvSpPr>
          <p:cNvPr id="13" name="Объект 5">
            <a:extLst>
              <a:ext uri="{FF2B5EF4-FFF2-40B4-BE49-F238E27FC236}">
                <a16:creationId xmlns:a16="http://schemas.microsoft.com/office/drawing/2014/main" id="{693BC756-2B97-9751-B879-03B6F1C405C3}"/>
              </a:ext>
            </a:extLst>
          </p:cNvPr>
          <p:cNvSpPr>
            <a:spLocks noGrp="1"/>
          </p:cNvSpPr>
          <p:nvPr>
            <p:ph sz="quarter" idx="14" hasCustomPrompt="1"/>
          </p:nvPr>
        </p:nvSpPr>
        <p:spPr>
          <a:xfrm>
            <a:off x="5084064" y="3127248"/>
            <a:ext cx="2029968" cy="2514600"/>
          </a:xfrm>
          <a:solidFill>
            <a:schemeClr val="accent4">
              <a:lumMod val="20000"/>
              <a:lumOff val="80000"/>
              <a:alpha val="50000"/>
            </a:schemeClr>
          </a:solidFill>
          <a:ln>
            <a:solidFill>
              <a:schemeClr val="tx1"/>
            </a:solidFill>
          </a:ln>
        </p:spPr>
        <p:txBody>
          <a:bodyPr tIns="182880" bIns="91440" rtlCol="0"/>
          <a:lstStyle>
            <a:lvl1pPr marL="0" indent="0">
              <a:lnSpc>
                <a:spcPct val="100000"/>
              </a:lnSpc>
              <a:spcBef>
                <a:spcPts val="0"/>
              </a:spcBef>
              <a:buNone/>
              <a:defRPr lang="ru-MO" sz="1600" spc="100" baseline="0"/>
            </a:lvl1pPr>
            <a:lvl2pPr marL="228600">
              <a:lnSpc>
                <a:spcPct val="100000"/>
              </a:lnSpc>
              <a:spcBef>
                <a:spcPts val="0"/>
              </a:spcBef>
              <a:defRPr lang="ru-MO" sz="1400" spc="100" baseline="0"/>
            </a:lvl2pPr>
            <a:lvl3pPr>
              <a:lnSpc>
                <a:spcPct val="100000"/>
              </a:lnSpc>
              <a:spcBef>
                <a:spcPts val="1000"/>
              </a:spcBef>
              <a:defRPr lang="ru-MO" sz="1200" spc="100" baseline="0"/>
            </a:lvl3pPr>
            <a:lvl4pPr>
              <a:lnSpc>
                <a:spcPct val="100000"/>
              </a:lnSpc>
              <a:spcBef>
                <a:spcPts val="1000"/>
              </a:spcBef>
              <a:defRPr lang="ru-MO" sz="1100" spc="100" baseline="0"/>
            </a:lvl4pPr>
            <a:lvl5pPr>
              <a:lnSpc>
                <a:spcPct val="100000"/>
              </a:lnSpc>
              <a:spcBef>
                <a:spcPts val="1000"/>
              </a:spcBef>
              <a:defRPr lang="ru-MO" sz="1100" spc="100" baseline="0"/>
            </a:lvl5pPr>
          </a:lstStyle>
          <a:p>
            <a:pPr lvl="0" rtl="0"/>
            <a:r>
              <a:rPr lang="ru-RU" noProof="0"/>
              <a:t>Щелкните, чтобы изменить стили текста образца слайда</a:t>
            </a:r>
          </a:p>
          <a:p>
            <a:pPr lvl="1" rtl="0"/>
            <a:r>
              <a:rPr lang="ru-RU" noProof="0"/>
              <a:t>Второй уровень</a:t>
            </a:r>
          </a:p>
        </p:txBody>
      </p:sp>
      <p:sp>
        <p:nvSpPr>
          <p:cNvPr id="20" name="Текст 4">
            <a:extLst>
              <a:ext uri="{FF2B5EF4-FFF2-40B4-BE49-F238E27FC236}">
                <a16:creationId xmlns:a16="http://schemas.microsoft.com/office/drawing/2014/main" id="{843F725B-A33F-7FB2-E5C4-96EA154660E9}"/>
              </a:ext>
            </a:extLst>
          </p:cNvPr>
          <p:cNvSpPr>
            <a:spLocks noGrp="1"/>
          </p:cNvSpPr>
          <p:nvPr>
            <p:ph type="body" sz="quarter" idx="15" hasCustomPrompt="1"/>
          </p:nvPr>
        </p:nvSpPr>
        <p:spPr>
          <a:xfrm>
            <a:off x="7315200" y="2438400"/>
            <a:ext cx="2029968" cy="530352"/>
          </a:xfrm>
          <a:solidFill>
            <a:schemeClr val="tx1"/>
          </a:solidFill>
        </p:spPr>
        <p:txBody>
          <a:bodyPr rtlCol="0" anchor="ctr"/>
          <a:lstStyle>
            <a:lvl1pPr marL="0" indent="0" algn="ctr">
              <a:lnSpc>
                <a:spcPct val="100000"/>
              </a:lnSpc>
              <a:spcBef>
                <a:spcPts val="1000"/>
              </a:spcBef>
              <a:buNone/>
              <a:defRPr lang="ru-MO" sz="2000" b="1" cap="all" spc="200" baseline="0">
                <a:solidFill>
                  <a:schemeClr val="bg1"/>
                </a:solidFill>
                <a:latin typeface="+mj-lt"/>
              </a:defRPr>
            </a:lvl1pPr>
            <a:lvl2pPr marL="457200" indent="0">
              <a:buNone/>
              <a:defRPr lang="ru-MO" sz="2000" b="1"/>
            </a:lvl2pPr>
            <a:lvl3pPr marL="914400" indent="0">
              <a:buNone/>
              <a:defRPr lang="ru-MO" sz="1800" b="1"/>
            </a:lvl3pPr>
            <a:lvl4pPr marL="1371600" indent="0">
              <a:buNone/>
              <a:defRPr lang="ru-MO" sz="1600" b="1"/>
            </a:lvl4pPr>
            <a:lvl5pPr marL="1828800" indent="0">
              <a:buNone/>
              <a:defRPr lang="ru-MO" sz="1600" b="1"/>
            </a:lvl5pPr>
            <a:lvl6pPr marL="2286000" indent="0">
              <a:buNone/>
              <a:defRPr lang="ru-MO" sz="1600" b="1"/>
            </a:lvl6pPr>
            <a:lvl7pPr marL="2743200" indent="0">
              <a:buNone/>
              <a:defRPr lang="ru-MO" sz="1600" b="1"/>
            </a:lvl7pPr>
            <a:lvl8pPr marL="3200400" indent="0">
              <a:buNone/>
              <a:defRPr lang="ru-MO" sz="1600" b="1"/>
            </a:lvl8pPr>
            <a:lvl9pPr marL="3657600" indent="0">
              <a:buNone/>
              <a:defRPr lang="ru-MO" sz="1600" b="1"/>
            </a:lvl9pPr>
          </a:lstStyle>
          <a:p>
            <a:pPr lvl="0" rtl="0"/>
            <a:r>
              <a:rPr lang="ru-RU" noProof="0"/>
              <a:t>Щелкните, чтобы изменить стили текста образца слайда</a:t>
            </a:r>
          </a:p>
        </p:txBody>
      </p:sp>
      <p:sp>
        <p:nvSpPr>
          <p:cNvPr id="21" name="Объект 5">
            <a:extLst>
              <a:ext uri="{FF2B5EF4-FFF2-40B4-BE49-F238E27FC236}">
                <a16:creationId xmlns:a16="http://schemas.microsoft.com/office/drawing/2014/main" id="{D9DD0DA7-5A1E-5312-178F-13561EF7C233}"/>
              </a:ext>
            </a:extLst>
          </p:cNvPr>
          <p:cNvSpPr>
            <a:spLocks noGrp="1"/>
          </p:cNvSpPr>
          <p:nvPr>
            <p:ph sz="quarter" idx="16" hasCustomPrompt="1"/>
          </p:nvPr>
        </p:nvSpPr>
        <p:spPr>
          <a:xfrm>
            <a:off x="7315200" y="3127248"/>
            <a:ext cx="2029968" cy="2514600"/>
          </a:xfrm>
          <a:solidFill>
            <a:schemeClr val="accent1">
              <a:alpha val="50000"/>
            </a:schemeClr>
          </a:solidFill>
          <a:ln>
            <a:solidFill>
              <a:schemeClr val="tx1"/>
            </a:solidFill>
          </a:ln>
        </p:spPr>
        <p:txBody>
          <a:bodyPr tIns="182880" bIns="91440" rtlCol="0"/>
          <a:lstStyle>
            <a:lvl1pPr marL="0" indent="0">
              <a:lnSpc>
                <a:spcPct val="100000"/>
              </a:lnSpc>
              <a:spcBef>
                <a:spcPts val="0"/>
              </a:spcBef>
              <a:buNone/>
              <a:defRPr lang="ru-MO" sz="1600" spc="100" baseline="0"/>
            </a:lvl1pPr>
            <a:lvl2pPr marL="228600">
              <a:lnSpc>
                <a:spcPct val="100000"/>
              </a:lnSpc>
              <a:spcBef>
                <a:spcPts val="0"/>
              </a:spcBef>
              <a:defRPr lang="ru-MO" sz="1400" spc="100" baseline="0"/>
            </a:lvl2pPr>
            <a:lvl3pPr>
              <a:lnSpc>
                <a:spcPct val="100000"/>
              </a:lnSpc>
              <a:spcBef>
                <a:spcPts val="1000"/>
              </a:spcBef>
              <a:defRPr lang="ru-MO" sz="1200" spc="100" baseline="0"/>
            </a:lvl3pPr>
            <a:lvl4pPr>
              <a:lnSpc>
                <a:spcPct val="100000"/>
              </a:lnSpc>
              <a:spcBef>
                <a:spcPts val="1000"/>
              </a:spcBef>
              <a:defRPr lang="ru-MO" sz="1100" spc="100" baseline="0"/>
            </a:lvl4pPr>
            <a:lvl5pPr>
              <a:lnSpc>
                <a:spcPct val="100000"/>
              </a:lnSpc>
              <a:spcBef>
                <a:spcPts val="1000"/>
              </a:spcBef>
              <a:defRPr lang="ru-MO" sz="1100" spc="100" baseline="0"/>
            </a:lvl5pPr>
          </a:lstStyle>
          <a:p>
            <a:pPr lvl="0" rtl="0"/>
            <a:r>
              <a:rPr lang="ru-RU" noProof="0"/>
              <a:t>Щелкните, чтобы изменить стили текста образца слайда</a:t>
            </a:r>
          </a:p>
          <a:p>
            <a:pPr lvl="1" rtl="0"/>
            <a:r>
              <a:rPr lang="ru-RU" noProof="0"/>
              <a:t>Второй уровень</a:t>
            </a:r>
          </a:p>
        </p:txBody>
      </p:sp>
      <p:sp>
        <p:nvSpPr>
          <p:cNvPr id="22" name="Текст 4">
            <a:extLst>
              <a:ext uri="{FF2B5EF4-FFF2-40B4-BE49-F238E27FC236}">
                <a16:creationId xmlns:a16="http://schemas.microsoft.com/office/drawing/2014/main" id="{5FBC3880-98AC-466C-7AD1-FDC8B3958705}"/>
              </a:ext>
            </a:extLst>
          </p:cNvPr>
          <p:cNvSpPr>
            <a:spLocks noGrp="1"/>
          </p:cNvSpPr>
          <p:nvPr>
            <p:ph type="body" sz="quarter" idx="17" hasCustomPrompt="1"/>
          </p:nvPr>
        </p:nvSpPr>
        <p:spPr>
          <a:xfrm>
            <a:off x="9546336" y="2438400"/>
            <a:ext cx="2029968" cy="530352"/>
          </a:xfrm>
          <a:solidFill>
            <a:schemeClr val="tx1"/>
          </a:solidFill>
        </p:spPr>
        <p:txBody>
          <a:bodyPr rtlCol="0" anchor="ctr"/>
          <a:lstStyle>
            <a:lvl1pPr marL="0" indent="0" algn="ctr">
              <a:lnSpc>
                <a:spcPct val="100000"/>
              </a:lnSpc>
              <a:spcBef>
                <a:spcPts val="1000"/>
              </a:spcBef>
              <a:buNone/>
              <a:defRPr lang="ru-MO" sz="2000" b="1" cap="all" spc="200" baseline="0">
                <a:solidFill>
                  <a:schemeClr val="bg1"/>
                </a:solidFill>
                <a:latin typeface="+mj-lt"/>
              </a:defRPr>
            </a:lvl1pPr>
            <a:lvl2pPr marL="457200" indent="0">
              <a:buNone/>
              <a:defRPr lang="ru-MO" sz="2000" b="1"/>
            </a:lvl2pPr>
            <a:lvl3pPr marL="914400" indent="0">
              <a:buNone/>
              <a:defRPr lang="ru-MO" sz="1800" b="1"/>
            </a:lvl3pPr>
            <a:lvl4pPr marL="1371600" indent="0">
              <a:buNone/>
              <a:defRPr lang="ru-MO" sz="1600" b="1"/>
            </a:lvl4pPr>
            <a:lvl5pPr marL="1828800" indent="0">
              <a:buNone/>
              <a:defRPr lang="ru-MO" sz="1600" b="1"/>
            </a:lvl5pPr>
            <a:lvl6pPr marL="2286000" indent="0">
              <a:buNone/>
              <a:defRPr lang="ru-MO" sz="1600" b="1"/>
            </a:lvl6pPr>
            <a:lvl7pPr marL="2743200" indent="0">
              <a:buNone/>
              <a:defRPr lang="ru-MO" sz="1600" b="1"/>
            </a:lvl7pPr>
            <a:lvl8pPr marL="3200400" indent="0">
              <a:buNone/>
              <a:defRPr lang="ru-MO" sz="1600" b="1"/>
            </a:lvl8pPr>
            <a:lvl9pPr marL="3657600" indent="0">
              <a:buNone/>
              <a:defRPr lang="ru-MO" sz="1600" b="1"/>
            </a:lvl9pPr>
          </a:lstStyle>
          <a:p>
            <a:pPr lvl="0" rtl="0"/>
            <a:r>
              <a:rPr lang="ru-RU" noProof="0"/>
              <a:t>Щелкните, чтобы изменить стили текста образца слайда</a:t>
            </a:r>
          </a:p>
        </p:txBody>
      </p:sp>
      <p:sp>
        <p:nvSpPr>
          <p:cNvPr id="23" name="Объект 5">
            <a:extLst>
              <a:ext uri="{FF2B5EF4-FFF2-40B4-BE49-F238E27FC236}">
                <a16:creationId xmlns:a16="http://schemas.microsoft.com/office/drawing/2014/main" id="{24965100-8EF5-0264-CEE5-BD5BF1901635}"/>
              </a:ext>
            </a:extLst>
          </p:cNvPr>
          <p:cNvSpPr>
            <a:spLocks noGrp="1"/>
          </p:cNvSpPr>
          <p:nvPr>
            <p:ph sz="quarter" idx="18" hasCustomPrompt="1"/>
          </p:nvPr>
        </p:nvSpPr>
        <p:spPr>
          <a:xfrm>
            <a:off x="9546336" y="3127248"/>
            <a:ext cx="2029968" cy="2514600"/>
          </a:xfrm>
          <a:solidFill>
            <a:schemeClr val="accent4">
              <a:lumMod val="20000"/>
              <a:lumOff val="80000"/>
              <a:alpha val="50000"/>
            </a:schemeClr>
          </a:solidFill>
          <a:ln>
            <a:solidFill>
              <a:schemeClr val="tx1"/>
            </a:solidFill>
          </a:ln>
        </p:spPr>
        <p:txBody>
          <a:bodyPr tIns="182880" bIns="91440" rtlCol="0"/>
          <a:lstStyle>
            <a:lvl1pPr marL="0" indent="0">
              <a:lnSpc>
                <a:spcPct val="100000"/>
              </a:lnSpc>
              <a:spcBef>
                <a:spcPts val="0"/>
              </a:spcBef>
              <a:buNone/>
              <a:defRPr lang="ru-MO" sz="1600" spc="100" baseline="0"/>
            </a:lvl1pPr>
            <a:lvl2pPr marL="228600">
              <a:lnSpc>
                <a:spcPct val="100000"/>
              </a:lnSpc>
              <a:spcBef>
                <a:spcPts val="0"/>
              </a:spcBef>
              <a:defRPr lang="ru-MO" sz="1400" spc="100" baseline="0"/>
            </a:lvl2pPr>
            <a:lvl3pPr>
              <a:lnSpc>
                <a:spcPct val="100000"/>
              </a:lnSpc>
              <a:spcBef>
                <a:spcPts val="1000"/>
              </a:spcBef>
              <a:defRPr lang="ru-MO" sz="1200" spc="100" baseline="0"/>
            </a:lvl3pPr>
            <a:lvl4pPr>
              <a:lnSpc>
                <a:spcPct val="100000"/>
              </a:lnSpc>
              <a:spcBef>
                <a:spcPts val="1000"/>
              </a:spcBef>
              <a:defRPr lang="ru-MO" sz="1100" spc="100" baseline="0"/>
            </a:lvl4pPr>
            <a:lvl5pPr>
              <a:lnSpc>
                <a:spcPct val="100000"/>
              </a:lnSpc>
              <a:spcBef>
                <a:spcPts val="1000"/>
              </a:spcBef>
              <a:defRPr lang="ru-MO" sz="1100" spc="100" baseline="0"/>
            </a:lvl5pPr>
          </a:lstStyle>
          <a:p>
            <a:pPr lvl="0" rtl="0"/>
            <a:r>
              <a:rPr lang="ru-RU" noProof="0"/>
              <a:t>Щелкните, чтобы изменить стили текста образца слайда</a:t>
            </a:r>
          </a:p>
          <a:p>
            <a:pPr lvl="1" rtl="0"/>
            <a:r>
              <a:rPr lang="ru-RU" noProof="0"/>
              <a:t>Второй уровень</a:t>
            </a:r>
          </a:p>
        </p:txBody>
      </p:sp>
      <p:sp>
        <p:nvSpPr>
          <p:cNvPr id="8" name="Нижний колонтитул 7">
            <a:extLst>
              <a:ext uri="{FF2B5EF4-FFF2-40B4-BE49-F238E27FC236}">
                <a16:creationId xmlns:a16="http://schemas.microsoft.com/office/drawing/2014/main" id="{3A51CCCC-1589-401D-AE98-FC28716301EF}"/>
              </a:ext>
            </a:extLst>
          </p:cNvPr>
          <p:cNvSpPr>
            <a:spLocks noGrp="1"/>
          </p:cNvSpPr>
          <p:nvPr>
            <p:ph type="ftr" sz="quarter" idx="11"/>
          </p:nvPr>
        </p:nvSpPr>
        <p:spPr>
          <a:xfrm>
            <a:off x="4038600" y="11575"/>
            <a:ext cx="4114800" cy="856526"/>
          </a:xfrm>
          <a:prstGeom prst="rect">
            <a:avLst/>
          </a:prstGeom>
        </p:spPr>
        <p:txBody>
          <a:bodyPr rtlCol="0"/>
          <a:lstStyle>
            <a:defPPr>
              <a:defRPr lang="ru-MO"/>
            </a:defPPr>
          </a:lstStyle>
          <a:p>
            <a:pPr rtl="0"/>
            <a:r>
              <a:rPr lang="ru-RU" noProof="0"/>
              <a:t>ЗАГОЛОВОК ПРЕЗЕНТАЦИИ</a:t>
            </a:r>
          </a:p>
        </p:txBody>
      </p:sp>
      <p:sp>
        <p:nvSpPr>
          <p:cNvPr id="9" name="Номер слайда 8">
            <a:extLst>
              <a:ext uri="{FF2B5EF4-FFF2-40B4-BE49-F238E27FC236}">
                <a16:creationId xmlns:a16="http://schemas.microsoft.com/office/drawing/2014/main" id="{285D9D7D-8D9A-473E-AF0D-EF1940D793C3}"/>
              </a:ext>
            </a:extLst>
          </p:cNvPr>
          <p:cNvSpPr>
            <a:spLocks noGrp="1"/>
          </p:cNvSpPr>
          <p:nvPr>
            <p:ph type="sldNum" sz="quarter" idx="12"/>
          </p:nvPr>
        </p:nvSpPr>
        <p:spPr>
          <a:xfrm>
            <a:off x="4038600" y="6006546"/>
            <a:ext cx="4114800" cy="851453"/>
          </a:xfrm>
          <a:prstGeom prst="rect">
            <a:avLst/>
          </a:prstGeom>
        </p:spPr>
        <p:txBody>
          <a:bodyPr rtlCol="0"/>
          <a:lstStyle>
            <a:defPPr>
              <a:defRPr lang="ru-MO"/>
            </a:defPPr>
          </a:lstStyle>
          <a:p>
            <a:pPr rtl="0"/>
            <a:fld id="{294A09A9-5501-47C1-A89A-A340965A2BE2}" type="slidenum">
              <a:rPr lang="ru-RU" noProof="0" smtClean="0"/>
              <a:t>‹#›</a:t>
            </a:fld>
            <a:endParaRPr lang="ru-RU" noProof="0"/>
          </a:p>
        </p:txBody>
      </p:sp>
      <p:cxnSp>
        <p:nvCxnSpPr>
          <p:cNvPr id="10" name="Прямая соединительная линия 9">
            <a:extLst>
              <a:ext uri="{FF2B5EF4-FFF2-40B4-BE49-F238E27FC236}">
                <a16:creationId xmlns:a16="http://schemas.microsoft.com/office/drawing/2014/main" id="{B7AC635D-0E01-2452-CC44-1DAE0F96DF63}"/>
              </a:ext>
            </a:extLst>
          </p:cNvPr>
          <p:cNvCxnSpPr>
            <a:cxnSpLocks/>
          </p:cNvCxnSpPr>
          <p:nvPr userDrawn="1"/>
        </p:nvCxnSpPr>
        <p:spPr>
          <a:xfrm>
            <a:off x="5251048" y="868101"/>
            <a:ext cx="1689904" cy="0"/>
          </a:xfrm>
          <a:prstGeom prst="line">
            <a:avLst/>
          </a:prstGeom>
          <a:ln w="12700"/>
        </p:spPr>
        <p:style>
          <a:lnRef idx="1">
            <a:schemeClr val="dk1"/>
          </a:lnRef>
          <a:fillRef idx="0">
            <a:schemeClr val="dk1"/>
          </a:fillRef>
          <a:effectRef idx="0">
            <a:schemeClr val="dk1"/>
          </a:effectRef>
          <a:fontRef idx="minor">
            <a:schemeClr val="tx1"/>
          </a:fontRef>
        </p:style>
      </p:cxnSp>
      <p:cxnSp>
        <p:nvCxnSpPr>
          <p:cNvPr id="11" name="Прямая соединительная линия 10">
            <a:extLst>
              <a:ext uri="{FF2B5EF4-FFF2-40B4-BE49-F238E27FC236}">
                <a16:creationId xmlns:a16="http://schemas.microsoft.com/office/drawing/2014/main" id="{A4ED63FD-A76F-FB56-8D44-31BD432133C5}"/>
              </a:ext>
            </a:extLst>
          </p:cNvPr>
          <p:cNvCxnSpPr>
            <a:cxnSpLocks/>
          </p:cNvCxnSpPr>
          <p:nvPr userDrawn="1"/>
        </p:nvCxnSpPr>
        <p:spPr>
          <a:xfrm>
            <a:off x="5251048" y="5995687"/>
            <a:ext cx="1689904" cy="0"/>
          </a:xfrm>
          <a:prstGeom prst="line">
            <a:avLst/>
          </a:prstGeom>
          <a:ln w="12700"/>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87865380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Временная шкала">
    <p:spTree>
      <p:nvGrpSpPr>
        <p:cNvPr id="1" name=""/>
        <p:cNvGrpSpPr/>
        <p:nvPr/>
      </p:nvGrpSpPr>
      <p:grpSpPr>
        <a:xfrm>
          <a:off x="0" y="0"/>
          <a:ext cx="0" cy="0"/>
          <a:chOff x="0" y="0"/>
          <a:chExt cx="0" cy="0"/>
        </a:xfrm>
      </p:grpSpPr>
      <p:pic>
        <p:nvPicPr>
          <p:cNvPr id="4" name="Рисунок 3">
            <a:extLst>
              <a:ext uri="{FF2B5EF4-FFF2-40B4-BE49-F238E27FC236}">
                <a16:creationId xmlns:a16="http://schemas.microsoft.com/office/drawing/2014/main" id="{40CC3D06-2435-B655-8AA5-11CCBBEF19D4}"/>
              </a:ext>
            </a:extLst>
          </p:cNvPr>
          <p:cNvPicPr>
            <a:picLocks noChangeAspect="1"/>
          </p:cNvPicPr>
          <p:nvPr userDrawn="1"/>
        </p:nvPicPr>
        <p:blipFill>
          <a:blip r:embed="rId2"/>
          <a:stretch>
            <a:fillRect/>
          </a:stretch>
        </p:blipFill>
        <p:spPr>
          <a:xfrm>
            <a:off x="8762234" y="0"/>
            <a:ext cx="3429766" cy="6821424"/>
          </a:xfrm>
          <a:prstGeom prst="rect">
            <a:avLst/>
          </a:prstGeom>
        </p:spPr>
      </p:pic>
      <p:sp>
        <p:nvSpPr>
          <p:cNvPr id="2" name="Заголовок 1">
            <a:extLst>
              <a:ext uri="{FF2B5EF4-FFF2-40B4-BE49-F238E27FC236}">
                <a16:creationId xmlns:a16="http://schemas.microsoft.com/office/drawing/2014/main" id="{5A0D1FF5-7EF8-4250-A259-43050ABBD3B6}"/>
              </a:ext>
            </a:extLst>
          </p:cNvPr>
          <p:cNvSpPr>
            <a:spLocks noGrp="1"/>
          </p:cNvSpPr>
          <p:nvPr>
            <p:ph type="title"/>
          </p:nvPr>
        </p:nvSpPr>
        <p:spPr>
          <a:xfrm>
            <a:off x="612648" y="868679"/>
            <a:ext cx="10972800" cy="1572768"/>
          </a:xfrm>
        </p:spPr>
        <p:txBody>
          <a:bodyPr lIns="91440" tIns="182880" rIns="91440" bIns="0" rtlCol="0"/>
          <a:lstStyle>
            <a:lvl1pPr algn="ctr">
              <a:lnSpc>
                <a:spcPct val="90000"/>
              </a:lnSpc>
              <a:defRPr lang="ru-MO" sz="4800" spc="400" baseline="0"/>
            </a:lvl1pPr>
          </a:lstStyle>
          <a:p>
            <a:pPr rtl="0"/>
            <a:r>
              <a:rPr lang="ru-RU" noProof="0"/>
              <a:t>Образец заголовка</a:t>
            </a:r>
          </a:p>
        </p:txBody>
      </p:sp>
      <p:sp>
        <p:nvSpPr>
          <p:cNvPr id="34" name="Текст 33">
            <a:extLst>
              <a:ext uri="{FF2B5EF4-FFF2-40B4-BE49-F238E27FC236}">
                <a16:creationId xmlns:a16="http://schemas.microsoft.com/office/drawing/2014/main" id="{5D1E9421-BC85-99CB-EB40-1863FA622747}"/>
              </a:ext>
            </a:extLst>
          </p:cNvPr>
          <p:cNvSpPr>
            <a:spLocks noGrp="1"/>
          </p:cNvSpPr>
          <p:nvPr>
            <p:ph type="body" sz="quarter" idx="13" hasCustomPrompt="1"/>
          </p:nvPr>
        </p:nvSpPr>
        <p:spPr>
          <a:xfrm rot="16200000">
            <a:off x="-25907" y="3072704"/>
            <a:ext cx="1783080" cy="512064"/>
          </a:xfrm>
          <a:solidFill>
            <a:schemeClr val="accent1"/>
          </a:solidFill>
        </p:spPr>
        <p:txBody>
          <a:bodyPr rtlCol="0" anchor="ctr"/>
          <a:lstStyle>
            <a:lvl1pPr marL="0" indent="0" algn="ctr">
              <a:lnSpc>
                <a:spcPct val="100000"/>
              </a:lnSpc>
              <a:spcBef>
                <a:spcPts val="0"/>
              </a:spcBef>
              <a:buNone/>
              <a:defRPr lang="ru-MO" sz="2000" b="1" cap="all" spc="200" baseline="0"/>
            </a:lvl1pPr>
          </a:lstStyle>
          <a:p>
            <a:pPr lvl="0" rtl="0"/>
            <a:r>
              <a:rPr lang="ru-RU" noProof="0"/>
              <a:t>МММ ГГГГ</a:t>
            </a:r>
          </a:p>
        </p:txBody>
      </p:sp>
      <p:sp>
        <p:nvSpPr>
          <p:cNvPr id="41" name="Текст 40">
            <a:extLst>
              <a:ext uri="{FF2B5EF4-FFF2-40B4-BE49-F238E27FC236}">
                <a16:creationId xmlns:a16="http://schemas.microsoft.com/office/drawing/2014/main" id="{47BABAF8-5220-1E24-CE43-927FCCA269AE}"/>
              </a:ext>
            </a:extLst>
          </p:cNvPr>
          <p:cNvSpPr>
            <a:spLocks noGrp="1"/>
          </p:cNvSpPr>
          <p:nvPr>
            <p:ph type="body" sz="quarter" idx="18" hasCustomPrompt="1"/>
          </p:nvPr>
        </p:nvSpPr>
        <p:spPr>
          <a:xfrm>
            <a:off x="1146218" y="2432434"/>
            <a:ext cx="1644986" cy="1783080"/>
          </a:xfrm>
        </p:spPr>
        <p:txBody>
          <a:bodyPr lIns="91440" tIns="0" rIns="0" bIns="0" rtlCol="0" anchor="ctr"/>
          <a:lstStyle>
            <a:lvl1pPr marL="0" indent="0">
              <a:lnSpc>
                <a:spcPct val="100000"/>
              </a:lnSpc>
              <a:spcBef>
                <a:spcPts val="0"/>
              </a:spcBef>
              <a:buNone/>
              <a:defRPr lang="ru-MO" sz="1600" spc="100" baseline="0"/>
            </a:lvl1pPr>
          </a:lstStyle>
          <a:p>
            <a:pPr lvl="0" rtl="0"/>
            <a:r>
              <a:rPr lang="ru-RU" noProof="0"/>
              <a:t>Щелкните, чтобы изменить стили текста образца слайда</a:t>
            </a:r>
          </a:p>
        </p:txBody>
      </p:sp>
      <p:sp>
        <p:nvSpPr>
          <p:cNvPr id="38" name="Текст 33">
            <a:extLst>
              <a:ext uri="{FF2B5EF4-FFF2-40B4-BE49-F238E27FC236}">
                <a16:creationId xmlns:a16="http://schemas.microsoft.com/office/drawing/2014/main" id="{F1D095F8-4552-1F88-C37B-99775B68ACCE}"/>
              </a:ext>
            </a:extLst>
          </p:cNvPr>
          <p:cNvSpPr>
            <a:spLocks noGrp="1"/>
          </p:cNvSpPr>
          <p:nvPr>
            <p:ph type="body" sz="quarter" idx="16" hasCustomPrompt="1"/>
          </p:nvPr>
        </p:nvSpPr>
        <p:spPr>
          <a:xfrm rot="16200000">
            <a:off x="2196136" y="4517644"/>
            <a:ext cx="1783080" cy="512064"/>
          </a:xfrm>
          <a:solidFill>
            <a:schemeClr val="accent2"/>
          </a:solidFill>
        </p:spPr>
        <p:txBody>
          <a:bodyPr rtlCol="0" anchor="ctr"/>
          <a:lstStyle>
            <a:lvl1pPr marL="0" indent="0" algn="ctr">
              <a:lnSpc>
                <a:spcPct val="100000"/>
              </a:lnSpc>
              <a:spcBef>
                <a:spcPts val="0"/>
              </a:spcBef>
              <a:buNone/>
              <a:defRPr lang="ru-MO" sz="2000" b="1" cap="all" spc="200" baseline="0"/>
            </a:lvl1pPr>
          </a:lstStyle>
          <a:p>
            <a:pPr lvl="0" rtl="0"/>
            <a:r>
              <a:rPr lang="ru-RU" noProof="0"/>
              <a:t>МММ ГГГГ</a:t>
            </a:r>
          </a:p>
        </p:txBody>
      </p:sp>
      <p:sp>
        <p:nvSpPr>
          <p:cNvPr id="48" name="Текст 40">
            <a:extLst>
              <a:ext uri="{FF2B5EF4-FFF2-40B4-BE49-F238E27FC236}">
                <a16:creationId xmlns:a16="http://schemas.microsoft.com/office/drawing/2014/main" id="{4C4BFA3E-7B57-DCDD-4EA6-16C64A3756BF}"/>
              </a:ext>
            </a:extLst>
          </p:cNvPr>
          <p:cNvSpPr>
            <a:spLocks noGrp="1"/>
          </p:cNvSpPr>
          <p:nvPr>
            <p:ph type="body" sz="quarter" idx="22" hasCustomPrompt="1"/>
          </p:nvPr>
        </p:nvSpPr>
        <p:spPr>
          <a:xfrm>
            <a:off x="3383307" y="3882136"/>
            <a:ext cx="1644986" cy="1783080"/>
          </a:xfrm>
        </p:spPr>
        <p:txBody>
          <a:bodyPr lIns="91440" tIns="0" rIns="0" bIns="0" rtlCol="0" anchor="ctr"/>
          <a:lstStyle>
            <a:lvl1pPr marL="0" indent="0">
              <a:lnSpc>
                <a:spcPct val="100000"/>
              </a:lnSpc>
              <a:spcBef>
                <a:spcPts val="0"/>
              </a:spcBef>
              <a:buNone/>
              <a:defRPr lang="ru-MO" sz="1600" spc="100" baseline="0"/>
            </a:lvl1pPr>
          </a:lstStyle>
          <a:p>
            <a:pPr lvl="0" rtl="0"/>
            <a:r>
              <a:rPr lang="ru-RU" noProof="0"/>
              <a:t>Щелкните, чтобы изменить стили текста образца слайда</a:t>
            </a:r>
          </a:p>
        </p:txBody>
      </p:sp>
      <p:sp>
        <p:nvSpPr>
          <p:cNvPr id="35" name="Текст 33">
            <a:extLst>
              <a:ext uri="{FF2B5EF4-FFF2-40B4-BE49-F238E27FC236}">
                <a16:creationId xmlns:a16="http://schemas.microsoft.com/office/drawing/2014/main" id="{C65BF0DD-74C0-E055-CCAC-600751F51727}"/>
              </a:ext>
            </a:extLst>
          </p:cNvPr>
          <p:cNvSpPr>
            <a:spLocks noGrp="1"/>
          </p:cNvSpPr>
          <p:nvPr>
            <p:ph type="body" sz="quarter" idx="14" hasCustomPrompt="1"/>
          </p:nvPr>
        </p:nvSpPr>
        <p:spPr>
          <a:xfrm rot="16200000">
            <a:off x="4418179" y="3067943"/>
            <a:ext cx="1783080" cy="512064"/>
          </a:xfrm>
          <a:solidFill>
            <a:schemeClr val="accent3"/>
          </a:solidFill>
        </p:spPr>
        <p:txBody>
          <a:bodyPr rtlCol="0" anchor="ctr"/>
          <a:lstStyle>
            <a:lvl1pPr marL="0" indent="0" algn="ctr">
              <a:lnSpc>
                <a:spcPct val="100000"/>
              </a:lnSpc>
              <a:spcBef>
                <a:spcPts val="0"/>
              </a:spcBef>
              <a:buNone/>
              <a:defRPr lang="ru-MO" sz="2000" b="1" cap="all" spc="200" baseline="0"/>
            </a:lvl1pPr>
          </a:lstStyle>
          <a:p>
            <a:pPr lvl="0" rtl="0"/>
            <a:r>
              <a:rPr lang="ru-RU" noProof="0"/>
              <a:t>МММ ГГГГ</a:t>
            </a:r>
          </a:p>
        </p:txBody>
      </p:sp>
      <p:sp>
        <p:nvSpPr>
          <p:cNvPr id="44" name="Текст 40">
            <a:extLst>
              <a:ext uri="{FF2B5EF4-FFF2-40B4-BE49-F238E27FC236}">
                <a16:creationId xmlns:a16="http://schemas.microsoft.com/office/drawing/2014/main" id="{25927394-D1A0-C084-C689-F7A4EEE924CB}"/>
              </a:ext>
            </a:extLst>
          </p:cNvPr>
          <p:cNvSpPr>
            <a:spLocks noGrp="1"/>
          </p:cNvSpPr>
          <p:nvPr>
            <p:ph type="body" sz="quarter" idx="19" hasCustomPrompt="1"/>
          </p:nvPr>
        </p:nvSpPr>
        <p:spPr>
          <a:xfrm>
            <a:off x="5589586" y="2432435"/>
            <a:ext cx="1644986" cy="1783080"/>
          </a:xfrm>
        </p:spPr>
        <p:txBody>
          <a:bodyPr lIns="91440" tIns="0" rIns="0" bIns="0" rtlCol="0" anchor="ctr"/>
          <a:lstStyle>
            <a:lvl1pPr marL="0" indent="0">
              <a:lnSpc>
                <a:spcPct val="100000"/>
              </a:lnSpc>
              <a:spcBef>
                <a:spcPts val="0"/>
              </a:spcBef>
              <a:buNone/>
              <a:defRPr lang="ru-MO" sz="1600" spc="100" baseline="0"/>
            </a:lvl1pPr>
          </a:lstStyle>
          <a:p>
            <a:pPr lvl="0" rtl="0"/>
            <a:r>
              <a:rPr lang="ru-RU" noProof="0"/>
              <a:t>Щелкните, чтобы изменить стили текста образца слайда</a:t>
            </a:r>
          </a:p>
        </p:txBody>
      </p:sp>
      <p:sp>
        <p:nvSpPr>
          <p:cNvPr id="39" name="Текст 33">
            <a:extLst>
              <a:ext uri="{FF2B5EF4-FFF2-40B4-BE49-F238E27FC236}">
                <a16:creationId xmlns:a16="http://schemas.microsoft.com/office/drawing/2014/main" id="{08F0F1F2-0D4E-95EA-349B-D734163FD55B}"/>
              </a:ext>
            </a:extLst>
          </p:cNvPr>
          <p:cNvSpPr>
            <a:spLocks noGrp="1"/>
          </p:cNvSpPr>
          <p:nvPr>
            <p:ph type="body" sz="quarter" idx="17" hasCustomPrompt="1"/>
          </p:nvPr>
        </p:nvSpPr>
        <p:spPr>
          <a:xfrm rot="16200000">
            <a:off x="6640222" y="4517644"/>
            <a:ext cx="1783080" cy="512064"/>
          </a:xfrm>
          <a:solidFill>
            <a:schemeClr val="accent4"/>
          </a:solidFill>
        </p:spPr>
        <p:txBody>
          <a:bodyPr rtlCol="0" anchor="ctr"/>
          <a:lstStyle>
            <a:lvl1pPr marL="0" indent="0" algn="ctr">
              <a:lnSpc>
                <a:spcPct val="100000"/>
              </a:lnSpc>
              <a:spcBef>
                <a:spcPts val="0"/>
              </a:spcBef>
              <a:buNone/>
              <a:defRPr lang="ru-MO" sz="2000" b="1" cap="all" spc="200" baseline="0"/>
            </a:lvl1pPr>
          </a:lstStyle>
          <a:p>
            <a:pPr lvl="0" rtl="0"/>
            <a:r>
              <a:rPr lang="ru-RU" noProof="0"/>
              <a:t>МММ ГГГГ</a:t>
            </a:r>
          </a:p>
        </p:txBody>
      </p:sp>
      <p:sp>
        <p:nvSpPr>
          <p:cNvPr id="46" name="Текст 40">
            <a:extLst>
              <a:ext uri="{FF2B5EF4-FFF2-40B4-BE49-F238E27FC236}">
                <a16:creationId xmlns:a16="http://schemas.microsoft.com/office/drawing/2014/main" id="{B322E7EB-0174-5A8C-5BE3-F501B5670FAD}"/>
              </a:ext>
            </a:extLst>
          </p:cNvPr>
          <p:cNvSpPr>
            <a:spLocks noGrp="1"/>
          </p:cNvSpPr>
          <p:nvPr>
            <p:ph type="body" sz="quarter" idx="21" hasCustomPrompt="1"/>
          </p:nvPr>
        </p:nvSpPr>
        <p:spPr>
          <a:xfrm>
            <a:off x="7827392" y="3882136"/>
            <a:ext cx="1644986" cy="1783080"/>
          </a:xfrm>
        </p:spPr>
        <p:txBody>
          <a:bodyPr lIns="91440" tIns="0" rIns="0" bIns="0" rtlCol="0" anchor="ctr"/>
          <a:lstStyle>
            <a:lvl1pPr marL="0" indent="0">
              <a:lnSpc>
                <a:spcPct val="100000"/>
              </a:lnSpc>
              <a:spcBef>
                <a:spcPts val="0"/>
              </a:spcBef>
              <a:buNone/>
              <a:defRPr lang="ru-MO" sz="1600" spc="100" baseline="0"/>
            </a:lvl1pPr>
          </a:lstStyle>
          <a:p>
            <a:pPr lvl="0" rtl="0"/>
            <a:r>
              <a:rPr lang="ru-RU" noProof="0"/>
              <a:t>Щелкните, чтобы изменить стили текста образца слайда</a:t>
            </a:r>
          </a:p>
        </p:txBody>
      </p:sp>
      <p:sp>
        <p:nvSpPr>
          <p:cNvPr id="36" name="Текст 33">
            <a:extLst>
              <a:ext uri="{FF2B5EF4-FFF2-40B4-BE49-F238E27FC236}">
                <a16:creationId xmlns:a16="http://schemas.microsoft.com/office/drawing/2014/main" id="{36C15449-A445-41A6-EAD9-37446450CC14}"/>
              </a:ext>
            </a:extLst>
          </p:cNvPr>
          <p:cNvSpPr>
            <a:spLocks noGrp="1"/>
          </p:cNvSpPr>
          <p:nvPr>
            <p:ph type="body" sz="quarter" idx="15" hasCustomPrompt="1"/>
          </p:nvPr>
        </p:nvSpPr>
        <p:spPr>
          <a:xfrm rot="16200000">
            <a:off x="8862264" y="3072704"/>
            <a:ext cx="1783080" cy="512064"/>
          </a:xfrm>
          <a:solidFill>
            <a:schemeClr val="accent5"/>
          </a:solidFill>
        </p:spPr>
        <p:txBody>
          <a:bodyPr rtlCol="0" anchor="ctr"/>
          <a:lstStyle>
            <a:lvl1pPr marL="0" indent="0" algn="ctr">
              <a:lnSpc>
                <a:spcPct val="100000"/>
              </a:lnSpc>
              <a:spcBef>
                <a:spcPts val="0"/>
              </a:spcBef>
              <a:buNone/>
              <a:defRPr lang="ru-MO" sz="2000" b="1" cap="all" spc="200" baseline="0"/>
            </a:lvl1pPr>
          </a:lstStyle>
          <a:p>
            <a:pPr lvl="0" rtl="0"/>
            <a:r>
              <a:rPr lang="ru-RU" noProof="0"/>
              <a:t>МММ ГГГГ</a:t>
            </a:r>
          </a:p>
        </p:txBody>
      </p:sp>
      <p:sp>
        <p:nvSpPr>
          <p:cNvPr id="45" name="Текст 40">
            <a:extLst>
              <a:ext uri="{FF2B5EF4-FFF2-40B4-BE49-F238E27FC236}">
                <a16:creationId xmlns:a16="http://schemas.microsoft.com/office/drawing/2014/main" id="{E6B7327B-EA3B-790D-AB08-0ED1D2FB401B}"/>
              </a:ext>
            </a:extLst>
          </p:cNvPr>
          <p:cNvSpPr>
            <a:spLocks noGrp="1"/>
          </p:cNvSpPr>
          <p:nvPr>
            <p:ph type="body" sz="quarter" idx="20" hasCustomPrompt="1"/>
          </p:nvPr>
        </p:nvSpPr>
        <p:spPr>
          <a:xfrm>
            <a:off x="10035230" y="2437196"/>
            <a:ext cx="1796654" cy="1783080"/>
          </a:xfrm>
        </p:spPr>
        <p:txBody>
          <a:bodyPr lIns="91440" tIns="0" rIns="0" bIns="0" rtlCol="0" anchor="ctr"/>
          <a:lstStyle>
            <a:lvl1pPr marL="0" indent="0">
              <a:lnSpc>
                <a:spcPct val="100000"/>
              </a:lnSpc>
              <a:spcBef>
                <a:spcPts val="0"/>
              </a:spcBef>
              <a:buNone/>
              <a:defRPr lang="ru-MO" sz="1600" spc="100" baseline="0"/>
            </a:lvl1pPr>
          </a:lstStyle>
          <a:p>
            <a:pPr lvl="0" rtl="0"/>
            <a:r>
              <a:rPr lang="ru-RU" noProof="0"/>
              <a:t>Щелкните, чтобы изменить стили текста образца слайда</a:t>
            </a:r>
          </a:p>
        </p:txBody>
      </p:sp>
      <p:sp>
        <p:nvSpPr>
          <p:cNvPr id="8" name="Нижний колонтитул 7">
            <a:extLst>
              <a:ext uri="{FF2B5EF4-FFF2-40B4-BE49-F238E27FC236}">
                <a16:creationId xmlns:a16="http://schemas.microsoft.com/office/drawing/2014/main" id="{3A51CCCC-1589-401D-AE98-FC28716301EF}"/>
              </a:ext>
            </a:extLst>
          </p:cNvPr>
          <p:cNvSpPr>
            <a:spLocks noGrp="1"/>
          </p:cNvSpPr>
          <p:nvPr>
            <p:ph type="ftr" sz="quarter" idx="11"/>
          </p:nvPr>
        </p:nvSpPr>
        <p:spPr>
          <a:xfrm>
            <a:off x="4038600" y="11575"/>
            <a:ext cx="4114800" cy="856526"/>
          </a:xfrm>
          <a:prstGeom prst="rect">
            <a:avLst/>
          </a:prstGeom>
        </p:spPr>
        <p:txBody>
          <a:bodyPr rtlCol="0"/>
          <a:lstStyle>
            <a:defPPr>
              <a:defRPr lang="ru-MO"/>
            </a:defPPr>
          </a:lstStyle>
          <a:p>
            <a:pPr rtl="0"/>
            <a:r>
              <a:rPr lang="ru-RU" noProof="0"/>
              <a:t>ЗАГОЛОВОК ПРЕЗЕНТАЦИИ</a:t>
            </a:r>
          </a:p>
        </p:txBody>
      </p:sp>
      <p:sp>
        <p:nvSpPr>
          <p:cNvPr id="9" name="Номер слайда 8">
            <a:extLst>
              <a:ext uri="{FF2B5EF4-FFF2-40B4-BE49-F238E27FC236}">
                <a16:creationId xmlns:a16="http://schemas.microsoft.com/office/drawing/2014/main" id="{285D9D7D-8D9A-473E-AF0D-EF1940D793C3}"/>
              </a:ext>
            </a:extLst>
          </p:cNvPr>
          <p:cNvSpPr>
            <a:spLocks noGrp="1"/>
          </p:cNvSpPr>
          <p:nvPr>
            <p:ph type="sldNum" sz="quarter" idx="12"/>
          </p:nvPr>
        </p:nvSpPr>
        <p:spPr>
          <a:xfrm>
            <a:off x="4038600" y="6006546"/>
            <a:ext cx="4114800" cy="851453"/>
          </a:xfrm>
          <a:prstGeom prst="rect">
            <a:avLst/>
          </a:prstGeom>
        </p:spPr>
        <p:txBody>
          <a:bodyPr rtlCol="0"/>
          <a:lstStyle>
            <a:defPPr>
              <a:defRPr lang="ru-MO"/>
            </a:defPPr>
          </a:lstStyle>
          <a:p>
            <a:pPr rtl="0"/>
            <a:fld id="{294A09A9-5501-47C1-A89A-A340965A2BE2}" type="slidenum">
              <a:rPr lang="ru-RU" noProof="0" smtClean="0"/>
              <a:t>‹#›</a:t>
            </a:fld>
            <a:endParaRPr lang="ru-RU" noProof="0"/>
          </a:p>
        </p:txBody>
      </p:sp>
      <p:cxnSp>
        <p:nvCxnSpPr>
          <p:cNvPr id="10" name="Прямая соединительная линия 9">
            <a:extLst>
              <a:ext uri="{FF2B5EF4-FFF2-40B4-BE49-F238E27FC236}">
                <a16:creationId xmlns:a16="http://schemas.microsoft.com/office/drawing/2014/main" id="{B7AC635D-0E01-2452-CC44-1DAE0F96DF63}"/>
              </a:ext>
            </a:extLst>
          </p:cNvPr>
          <p:cNvCxnSpPr>
            <a:cxnSpLocks/>
          </p:cNvCxnSpPr>
          <p:nvPr userDrawn="1"/>
        </p:nvCxnSpPr>
        <p:spPr>
          <a:xfrm>
            <a:off x="5251048" y="868101"/>
            <a:ext cx="1689904" cy="0"/>
          </a:xfrm>
          <a:prstGeom prst="line">
            <a:avLst/>
          </a:prstGeom>
          <a:ln w="12700"/>
        </p:spPr>
        <p:style>
          <a:lnRef idx="1">
            <a:schemeClr val="dk1"/>
          </a:lnRef>
          <a:fillRef idx="0">
            <a:schemeClr val="dk1"/>
          </a:fillRef>
          <a:effectRef idx="0">
            <a:schemeClr val="dk1"/>
          </a:effectRef>
          <a:fontRef idx="minor">
            <a:schemeClr val="tx1"/>
          </a:fontRef>
        </p:style>
      </p:cxnSp>
      <p:cxnSp>
        <p:nvCxnSpPr>
          <p:cNvPr id="11" name="Прямая соединительная линия 10">
            <a:extLst>
              <a:ext uri="{FF2B5EF4-FFF2-40B4-BE49-F238E27FC236}">
                <a16:creationId xmlns:a16="http://schemas.microsoft.com/office/drawing/2014/main" id="{A4ED63FD-A76F-FB56-8D44-31BD432133C5}"/>
              </a:ext>
            </a:extLst>
          </p:cNvPr>
          <p:cNvCxnSpPr>
            <a:cxnSpLocks/>
          </p:cNvCxnSpPr>
          <p:nvPr userDrawn="1"/>
        </p:nvCxnSpPr>
        <p:spPr>
          <a:xfrm>
            <a:off x="5251048" y="5995687"/>
            <a:ext cx="1689904" cy="0"/>
          </a:xfrm>
          <a:prstGeom prst="line">
            <a:avLst/>
          </a:prstGeom>
          <a:ln w="12700"/>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402212015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woTxTwoObj" preserve="1">
  <p:cSld name="Два объекта">
    <p:spTree>
      <p:nvGrpSpPr>
        <p:cNvPr id="1" name=""/>
        <p:cNvGrpSpPr/>
        <p:nvPr/>
      </p:nvGrpSpPr>
      <p:grpSpPr>
        <a:xfrm>
          <a:off x="0" y="0"/>
          <a:ext cx="0" cy="0"/>
          <a:chOff x="0" y="0"/>
          <a:chExt cx="0" cy="0"/>
        </a:xfrm>
      </p:grpSpPr>
      <p:pic>
        <p:nvPicPr>
          <p:cNvPr id="13" name="Рисунок 12">
            <a:extLst>
              <a:ext uri="{FF2B5EF4-FFF2-40B4-BE49-F238E27FC236}">
                <a16:creationId xmlns:a16="http://schemas.microsoft.com/office/drawing/2014/main" id="{9070F102-837A-486A-0CD4-E957B66B872C}"/>
              </a:ext>
            </a:extLst>
          </p:cNvPr>
          <p:cNvPicPr>
            <a:picLocks noChangeAspect="1"/>
          </p:cNvPicPr>
          <p:nvPr userDrawn="1"/>
        </p:nvPicPr>
        <p:blipFill>
          <a:blip r:embed="rId2"/>
          <a:stretch>
            <a:fillRect/>
          </a:stretch>
        </p:blipFill>
        <p:spPr>
          <a:xfrm>
            <a:off x="0" y="3931920"/>
            <a:ext cx="5470497" cy="2926080"/>
          </a:xfrm>
          <a:prstGeom prst="rect">
            <a:avLst/>
          </a:prstGeom>
        </p:spPr>
      </p:pic>
      <p:pic>
        <p:nvPicPr>
          <p:cNvPr id="16" name="Рисунок 15">
            <a:extLst>
              <a:ext uri="{FF2B5EF4-FFF2-40B4-BE49-F238E27FC236}">
                <a16:creationId xmlns:a16="http://schemas.microsoft.com/office/drawing/2014/main" id="{519FAF77-1797-C11F-A1A9-B351E30B37C2}"/>
              </a:ext>
            </a:extLst>
          </p:cNvPr>
          <p:cNvPicPr>
            <a:picLocks noChangeAspect="1"/>
          </p:cNvPicPr>
          <p:nvPr userDrawn="1"/>
        </p:nvPicPr>
        <p:blipFill>
          <a:blip r:embed="rId3"/>
          <a:stretch>
            <a:fillRect/>
          </a:stretch>
        </p:blipFill>
        <p:spPr>
          <a:xfrm>
            <a:off x="7208215" y="0"/>
            <a:ext cx="4983785" cy="2276856"/>
          </a:xfrm>
          <a:prstGeom prst="rect">
            <a:avLst/>
          </a:prstGeom>
        </p:spPr>
      </p:pic>
      <p:sp>
        <p:nvSpPr>
          <p:cNvPr id="2" name="Заголовок 1">
            <a:extLst>
              <a:ext uri="{FF2B5EF4-FFF2-40B4-BE49-F238E27FC236}">
                <a16:creationId xmlns:a16="http://schemas.microsoft.com/office/drawing/2014/main" id="{5A0D1FF5-7EF8-4250-A259-43050ABBD3B6}"/>
              </a:ext>
            </a:extLst>
          </p:cNvPr>
          <p:cNvSpPr>
            <a:spLocks noGrp="1"/>
          </p:cNvSpPr>
          <p:nvPr>
            <p:ph type="title"/>
          </p:nvPr>
        </p:nvSpPr>
        <p:spPr>
          <a:xfrm>
            <a:off x="612648" y="868679"/>
            <a:ext cx="10972800" cy="1572768"/>
          </a:xfrm>
        </p:spPr>
        <p:txBody>
          <a:bodyPr lIns="91440" tIns="182880" rIns="91440" bIns="0" rtlCol="0"/>
          <a:lstStyle>
            <a:lvl1pPr algn="ctr">
              <a:lnSpc>
                <a:spcPct val="90000"/>
              </a:lnSpc>
              <a:defRPr lang="ru-MO" sz="4800" spc="400" baseline="0"/>
            </a:lvl1pPr>
          </a:lstStyle>
          <a:p>
            <a:pPr rtl="0"/>
            <a:r>
              <a:rPr lang="ru-RU" noProof="0"/>
              <a:t>Образец заголовка</a:t>
            </a:r>
          </a:p>
        </p:txBody>
      </p:sp>
      <p:sp>
        <p:nvSpPr>
          <p:cNvPr id="3" name="Текст 2">
            <a:extLst>
              <a:ext uri="{FF2B5EF4-FFF2-40B4-BE49-F238E27FC236}">
                <a16:creationId xmlns:a16="http://schemas.microsoft.com/office/drawing/2014/main" id="{673DC3A9-D4E6-42CF-91A8-F267C7C66CCB}"/>
              </a:ext>
            </a:extLst>
          </p:cNvPr>
          <p:cNvSpPr>
            <a:spLocks noGrp="1"/>
          </p:cNvSpPr>
          <p:nvPr>
            <p:ph type="body" idx="1" hasCustomPrompt="1"/>
          </p:nvPr>
        </p:nvSpPr>
        <p:spPr>
          <a:xfrm>
            <a:off x="612648" y="2438400"/>
            <a:ext cx="5157787" cy="365760"/>
          </a:xfrm>
        </p:spPr>
        <p:txBody>
          <a:bodyPr rtlCol="0" anchor="t"/>
          <a:lstStyle>
            <a:lvl1pPr marL="0" indent="0">
              <a:lnSpc>
                <a:spcPct val="100000"/>
              </a:lnSpc>
              <a:spcBef>
                <a:spcPts val="1000"/>
              </a:spcBef>
              <a:buNone/>
              <a:defRPr lang="ru-MO" sz="2000" b="1" cap="all" spc="200" baseline="0">
                <a:latin typeface="+mj-lt"/>
              </a:defRPr>
            </a:lvl1pPr>
            <a:lvl2pPr marL="457200" indent="0">
              <a:buNone/>
              <a:defRPr lang="ru-MO" sz="2000" b="1"/>
            </a:lvl2pPr>
            <a:lvl3pPr marL="914400" indent="0">
              <a:buNone/>
              <a:defRPr lang="ru-MO" sz="1800" b="1"/>
            </a:lvl3pPr>
            <a:lvl4pPr marL="1371600" indent="0">
              <a:buNone/>
              <a:defRPr lang="ru-MO" sz="1600" b="1"/>
            </a:lvl4pPr>
            <a:lvl5pPr marL="1828800" indent="0">
              <a:buNone/>
              <a:defRPr lang="ru-MO" sz="1600" b="1"/>
            </a:lvl5pPr>
            <a:lvl6pPr marL="2286000" indent="0">
              <a:buNone/>
              <a:defRPr lang="ru-MO" sz="1600" b="1"/>
            </a:lvl6pPr>
            <a:lvl7pPr marL="2743200" indent="0">
              <a:buNone/>
              <a:defRPr lang="ru-MO" sz="1600" b="1"/>
            </a:lvl7pPr>
            <a:lvl8pPr marL="3200400" indent="0">
              <a:buNone/>
              <a:defRPr lang="ru-MO" sz="1600" b="1"/>
            </a:lvl8pPr>
            <a:lvl9pPr marL="3657600" indent="0">
              <a:buNone/>
              <a:defRPr lang="ru-MO" sz="1600" b="1"/>
            </a:lvl9pPr>
          </a:lstStyle>
          <a:p>
            <a:pPr lvl="0" rtl="0"/>
            <a:r>
              <a:rPr lang="ru-RU" noProof="0"/>
              <a:t>Щелкните, чтобы изменить стили текста образца слайда</a:t>
            </a:r>
          </a:p>
        </p:txBody>
      </p:sp>
      <p:sp>
        <p:nvSpPr>
          <p:cNvPr id="4" name="Объект 3">
            <a:extLst>
              <a:ext uri="{FF2B5EF4-FFF2-40B4-BE49-F238E27FC236}">
                <a16:creationId xmlns:a16="http://schemas.microsoft.com/office/drawing/2014/main" id="{C752CCA9-53A3-4DA5-AD45-C2A2C12A3A6A}"/>
              </a:ext>
            </a:extLst>
          </p:cNvPr>
          <p:cNvSpPr>
            <a:spLocks noGrp="1"/>
          </p:cNvSpPr>
          <p:nvPr>
            <p:ph sz="half" idx="2" hasCustomPrompt="1"/>
          </p:nvPr>
        </p:nvSpPr>
        <p:spPr>
          <a:xfrm>
            <a:off x="612648" y="2871216"/>
            <a:ext cx="5157787" cy="3247462"/>
          </a:xfrm>
        </p:spPr>
        <p:txBody>
          <a:bodyPr rtlCol="0"/>
          <a:lstStyle>
            <a:lvl1pPr>
              <a:lnSpc>
                <a:spcPct val="100000"/>
              </a:lnSpc>
              <a:spcBef>
                <a:spcPts val="1000"/>
              </a:spcBef>
              <a:defRPr lang="ru-MO" sz="1600" spc="100" baseline="0"/>
            </a:lvl1pPr>
            <a:lvl2pPr>
              <a:lnSpc>
                <a:spcPct val="100000"/>
              </a:lnSpc>
              <a:spcBef>
                <a:spcPts val="1000"/>
              </a:spcBef>
              <a:defRPr lang="ru-MO" sz="1400" spc="100" baseline="0"/>
            </a:lvl2pPr>
            <a:lvl3pPr>
              <a:lnSpc>
                <a:spcPct val="100000"/>
              </a:lnSpc>
              <a:spcBef>
                <a:spcPts val="1000"/>
              </a:spcBef>
              <a:defRPr lang="ru-MO" sz="1200" spc="100" baseline="0"/>
            </a:lvl3pPr>
            <a:lvl4pPr>
              <a:lnSpc>
                <a:spcPct val="100000"/>
              </a:lnSpc>
              <a:spcBef>
                <a:spcPts val="1000"/>
              </a:spcBef>
              <a:defRPr lang="ru-MO" sz="1100" spc="100" baseline="0"/>
            </a:lvl4pPr>
            <a:lvl5pPr>
              <a:lnSpc>
                <a:spcPct val="100000"/>
              </a:lnSpc>
              <a:spcBef>
                <a:spcPts val="1000"/>
              </a:spcBef>
              <a:defRPr lang="ru-MO" sz="1100" spc="100" baseline="0"/>
            </a:lvl5pPr>
          </a:lstStyle>
          <a:p>
            <a:pPr lvl="0" rtl="0"/>
            <a:r>
              <a:rPr lang="ru-RU" noProof="0"/>
              <a:t>Щелкните, чтобы изменить стили текста образца слайда</a:t>
            </a:r>
          </a:p>
          <a:p>
            <a:pPr lvl="1" rtl="0"/>
            <a:r>
              <a:rPr lang="ru-RU" noProof="0"/>
              <a:t>Второй уровень</a:t>
            </a:r>
          </a:p>
          <a:p>
            <a:pPr lvl="2" rtl="0"/>
            <a:r>
              <a:rPr lang="ru-RU" noProof="0"/>
              <a:t>Третий уровень</a:t>
            </a:r>
          </a:p>
          <a:p>
            <a:pPr lvl="3" rtl="0"/>
            <a:r>
              <a:rPr lang="ru-RU" noProof="0"/>
              <a:t>Четвертый уровень</a:t>
            </a:r>
          </a:p>
          <a:p>
            <a:pPr lvl="4" rtl="0"/>
            <a:r>
              <a:rPr lang="ru-RU" noProof="0"/>
              <a:t>Пятый уровень</a:t>
            </a:r>
          </a:p>
        </p:txBody>
      </p:sp>
      <p:sp>
        <p:nvSpPr>
          <p:cNvPr id="5" name="Текст 4">
            <a:extLst>
              <a:ext uri="{FF2B5EF4-FFF2-40B4-BE49-F238E27FC236}">
                <a16:creationId xmlns:a16="http://schemas.microsoft.com/office/drawing/2014/main" id="{2100C9C6-BD61-4D2C-9146-FB785BAE4FF3}"/>
              </a:ext>
            </a:extLst>
          </p:cNvPr>
          <p:cNvSpPr>
            <a:spLocks noGrp="1"/>
          </p:cNvSpPr>
          <p:nvPr>
            <p:ph type="body" sz="quarter" idx="3" hasCustomPrompt="1"/>
          </p:nvPr>
        </p:nvSpPr>
        <p:spPr>
          <a:xfrm>
            <a:off x="6400800" y="2438400"/>
            <a:ext cx="5183188" cy="365760"/>
          </a:xfrm>
        </p:spPr>
        <p:txBody>
          <a:bodyPr rtlCol="0" anchor="t"/>
          <a:lstStyle>
            <a:lvl1pPr marL="0" indent="0">
              <a:lnSpc>
                <a:spcPct val="100000"/>
              </a:lnSpc>
              <a:spcBef>
                <a:spcPts val="1000"/>
              </a:spcBef>
              <a:buNone/>
              <a:defRPr lang="ru-MO" sz="2000" b="1" cap="all" spc="200" baseline="0">
                <a:latin typeface="+mj-lt"/>
              </a:defRPr>
            </a:lvl1pPr>
            <a:lvl2pPr marL="457200" indent="0">
              <a:buNone/>
              <a:defRPr lang="ru-MO" sz="2000" b="1"/>
            </a:lvl2pPr>
            <a:lvl3pPr marL="914400" indent="0">
              <a:buNone/>
              <a:defRPr lang="ru-MO" sz="1800" b="1"/>
            </a:lvl3pPr>
            <a:lvl4pPr marL="1371600" indent="0">
              <a:buNone/>
              <a:defRPr lang="ru-MO" sz="1600" b="1"/>
            </a:lvl4pPr>
            <a:lvl5pPr marL="1828800" indent="0">
              <a:buNone/>
              <a:defRPr lang="ru-MO" sz="1600" b="1"/>
            </a:lvl5pPr>
            <a:lvl6pPr marL="2286000" indent="0">
              <a:buNone/>
              <a:defRPr lang="ru-MO" sz="1600" b="1"/>
            </a:lvl6pPr>
            <a:lvl7pPr marL="2743200" indent="0">
              <a:buNone/>
              <a:defRPr lang="ru-MO" sz="1600" b="1"/>
            </a:lvl7pPr>
            <a:lvl8pPr marL="3200400" indent="0">
              <a:buNone/>
              <a:defRPr lang="ru-MO" sz="1600" b="1"/>
            </a:lvl8pPr>
            <a:lvl9pPr marL="3657600" indent="0">
              <a:buNone/>
              <a:defRPr lang="ru-MO" sz="1600" b="1"/>
            </a:lvl9pPr>
          </a:lstStyle>
          <a:p>
            <a:pPr lvl="0" rtl="0"/>
            <a:r>
              <a:rPr lang="ru-RU" noProof="0"/>
              <a:t>Щелкните, чтобы изменить стили текста образца слайда</a:t>
            </a:r>
          </a:p>
        </p:txBody>
      </p:sp>
      <p:sp>
        <p:nvSpPr>
          <p:cNvPr id="6" name="Объект 5">
            <a:extLst>
              <a:ext uri="{FF2B5EF4-FFF2-40B4-BE49-F238E27FC236}">
                <a16:creationId xmlns:a16="http://schemas.microsoft.com/office/drawing/2014/main" id="{E2E342EE-68BB-484D-98C3-48A7847549D4}"/>
              </a:ext>
            </a:extLst>
          </p:cNvPr>
          <p:cNvSpPr>
            <a:spLocks noGrp="1"/>
          </p:cNvSpPr>
          <p:nvPr>
            <p:ph sz="quarter" idx="4" hasCustomPrompt="1"/>
          </p:nvPr>
        </p:nvSpPr>
        <p:spPr>
          <a:xfrm>
            <a:off x="6400800" y="2871216"/>
            <a:ext cx="5183188" cy="3247462"/>
          </a:xfrm>
        </p:spPr>
        <p:txBody>
          <a:bodyPr rtlCol="0"/>
          <a:lstStyle>
            <a:lvl1pPr>
              <a:lnSpc>
                <a:spcPct val="100000"/>
              </a:lnSpc>
              <a:spcBef>
                <a:spcPts val="1000"/>
              </a:spcBef>
              <a:defRPr lang="ru-MO" sz="1600" spc="100" baseline="0"/>
            </a:lvl1pPr>
            <a:lvl2pPr>
              <a:lnSpc>
                <a:spcPct val="100000"/>
              </a:lnSpc>
              <a:spcBef>
                <a:spcPts val="1000"/>
              </a:spcBef>
              <a:defRPr lang="ru-MO" sz="1400" spc="100" baseline="0"/>
            </a:lvl2pPr>
            <a:lvl3pPr>
              <a:lnSpc>
                <a:spcPct val="100000"/>
              </a:lnSpc>
              <a:spcBef>
                <a:spcPts val="1000"/>
              </a:spcBef>
              <a:defRPr lang="ru-MO" sz="1200" spc="100" baseline="0"/>
            </a:lvl3pPr>
            <a:lvl4pPr>
              <a:lnSpc>
                <a:spcPct val="100000"/>
              </a:lnSpc>
              <a:spcBef>
                <a:spcPts val="1000"/>
              </a:spcBef>
              <a:defRPr lang="ru-MO" sz="1100" spc="100" baseline="0"/>
            </a:lvl4pPr>
            <a:lvl5pPr>
              <a:lnSpc>
                <a:spcPct val="100000"/>
              </a:lnSpc>
              <a:spcBef>
                <a:spcPts val="1000"/>
              </a:spcBef>
              <a:defRPr lang="ru-MO" sz="1100" spc="100" baseline="0"/>
            </a:lvl5pPr>
          </a:lstStyle>
          <a:p>
            <a:pPr lvl="0" rtl="0"/>
            <a:r>
              <a:rPr lang="ru-RU" noProof="0"/>
              <a:t>Щелкните, чтобы изменить стили текста образца слайда</a:t>
            </a:r>
          </a:p>
          <a:p>
            <a:pPr lvl="1" rtl="0"/>
            <a:r>
              <a:rPr lang="ru-RU" noProof="0"/>
              <a:t>Второй уровень</a:t>
            </a:r>
          </a:p>
          <a:p>
            <a:pPr lvl="2" rtl="0"/>
            <a:r>
              <a:rPr lang="ru-RU" noProof="0"/>
              <a:t>Третий уровень</a:t>
            </a:r>
          </a:p>
          <a:p>
            <a:pPr lvl="3" rtl="0"/>
            <a:r>
              <a:rPr lang="ru-RU" noProof="0"/>
              <a:t>Четвертый уровень</a:t>
            </a:r>
          </a:p>
          <a:p>
            <a:pPr lvl="4" rtl="0"/>
            <a:r>
              <a:rPr lang="ru-RU" noProof="0"/>
              <a:t>Пятый уровень</a:t>
            </a:r>
          </a:p>
        </p:txBody>
      </p:sp>
      <p:sp>
        <p:nvSpPr>
          <p:cNvPr id="8" name="Нижний колонтитул 7">
            <a:extLst>
              <a:ext uri="{FF2B5EF4-FFF2-40B4-BE49-F238E27FC236}">
                <a16:creationId xmlns:a16="http://schemas.microsoft.com/office/drawing/2014/main" id="{3A51CCCC-1589-401D-AE98-FC28716301EF}"/>
              </a:ext>
            </a:extLst>
          </p:cNvPr>
          <p:cNvSpPr>
            <a:spLocks noGrp="1"/>
          </p:cNvSpPr>
          <p:nvPr>
            <p:ph type="ftr" sz="quarter" idx="11"/>
          </p:nvPr>
        </p:nvSpPr>
        <p:spPr>
          <a:xfrm>
            <a:off x="4038600" y="11575"/>
            <a:ext cx="4114800" cy="856526"/>
          </a:xfrm>
          <a:prstGeom prst="rect">
            <a:avLst/>
          </a:prstGeom>
        </p:spPr>
        <p:txBody>
          <a:bodyPr rtlCol="0"/>
          <a:lstStyle>
            <a:defPPr>
              <a:defRPr lang="ru-MO"/>
            </a:defPPr>
          </a:lstStyle>
          <a:p>
            <a:pPr rtl="0"/>
            <a:r>
              <a:rPr lang="ru-RU" noProof="0"/>
              <a:t>ЗАГОЛОВОК ПРЕЗЕНТАЦИИ</a:t>
            </a:r>
          </a:p>
        </p:txBody>
      </p:sp>
      <p:sp>
        <p:nvSpPr>
          <p:cNvPr id="9" name="Номер слайда 8">
            <a:extLst>
              <a:ext uri="{FF2B5EF4-FFF2-40B4-BE49-F238E27FC236}">
                <a16:creationId xmlns:a16="http://schemas.microsoft.com/office/drawing/2014/main" id="{285D9D7D-8D9A-473E-AF0D-EF1940D793C3}"/>
              </a:ext>
            </a:extLst>
          </p:cNvPr>
          <p:cNvSpPr>
            <a:spLocks noGrp="1"/>
          </p:cNvSpPr>
          <p:nvPr>
            <p:ph type="sldNum" sz="quarter" idx="12"/>
          </p:nvPr>
        </p:nvSpPr>
        <p:spPr>
          <a:xfrm>
            <a:off x="4038600" y="6006546"/>
            <a:ext cx="4114800" cy="851453"/>
          </a:xfrm>
          <a:prstGeom prst="rect">
            <a:avLst/>
          </a:prstGeom>
        </p:spPr>
        <p:txBody>
          <a:bodyPr rtlCol="0"/>
          <a:lstStyle>
            <a:defPPr>
              <a:defRPr lang="ru-MO"/>
            </a:defPPr>
          </a:lstStyle>
          <a:p>
            <a:pPr rtl="0"/>
            <a:fld id="{294A09A9-5501-47C1-A89A-A340965A2BE2}" type="slidenum">
              <a:rPr lang="ru-RU" noProof="0" smtClean="0"/>
              <a:t>‹#›</a:t>
            </a:fld>
            <a:endParaRPr lang="ru-RU" noProof="0"/>
          </a:p>
        </p:txBody>
      </p:sp>
      <p:cxnSp>
        <p:nvCxnSpPr>
          <p:cNvPr id="10" name="Прямая соединительная линия 9">
            <a:extLst>
              <a:ext uri="{FF2B5EF4-FFF2-40B4-BE49-F238E27FC236}">
                <a16:creationId xmlns:a16="http://schemas.microsoft.com/office/drawing/2014/main" id="{B7AC635D-0E01-2452-CC44-1DAE0F96DF63}"/>
              </a:ext>
            </a:extLst>
          </p:cNvPr>
          <p:cNvCxnSpPr>
            <a:cxnSpLocks/>
          </p:cNvCxnSpPr>
          <p:nvPr userDrawn="1"/>
        </p:nvCxnSpPr>
        <p:spPr>
          <a:xfrm>
            <a:off x="5251048" y="868101"/>
            <a:ext cx="1689904" cy="0"/>
          </a:xfrm>
          <a:prstGeom prst="line">
            <a:avLst/>
          </a:prstGeom>
          <a:ln w="12700"/>
        </p:spPr>
        <p:style>
          <a:lnRef idx="1">
            <a:schemeClr val="dk1"/>
          </a:lnRef>
          <a:fillRef idx="0">
            <a:schemeClr val="dk1"/>
          </a:fillRef>
          <a:effectRef idx="0">
            <a:schemeClr val="dk1"/>
          </a:effectRef>
          <a:fontRef idx="minor">
            <a:schemeClr val="tx1"/>
          </a:fontRef>
        </p:style>
      </p:cxnSp>
      <p:cxnSp>
        <p:nvCxnSpPr>
          <p:cNvPr id="11" name="Прямая соединительная линия 10">
            <a:extLst>
              <a:ext uri="{FF2B5EF4-FFF2-40B4-BE49-F238E27FC236}">
                <a16:creationId xmlns:a16="http://schemas.microsoft.com/office/drawing/2014/main" id="{A4ED63FD-A76F-FB56-8D44-31BD432133C5}"/>
              </a:ext>
            </a:extLst>
          </p:cNvPr>
          <p:cNvCxnSpPr>
            <a:cxnSpLocks/>
          </p:cNvCxnSpPr>
          <p:nvPr userDrawn="1"/>
        </p:nvCxnSpPr>
        <p:spPr>
          <a:xfrm>
            <a:off x="5251048" y="5995687"/>
            <a:ext cx="1689904" cy="0"/>
          </a:xfrm>
          <a:prstGeom prst="line">
            <a:avLst/>
          </a:prstGeom>
          <a:ln w="12700"/>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40624600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woTxTwoObj" preserve="1">
  <p:cSld name="Три объекта">
    <p:spTree>
      <p:nvGrpSpPr>
        <p:cNvPr id="1" name=""/>
        <p:cNvGrpSpPr/>
        <p:nvPr/>
      </p:nvGrpSpPr>
      <p:grpSpPr>
        <a:xfrm>
          <a:off x="0" y="0"/>
          <a:ext cx="0" cy="0"/>
          <a:chOff x="0" y="0"/>
          <a:chExt cx="0" cy="0"/>
        </a:xfrm>
      </p:grpSpPr>
      <p:pic>
        <p:nvPicPr>
          <p:cNvPr id="16" name="Рисунок 15">
            <a:extLst>
              <a:ext uri="{FF2B5EF4-FFF2-40B4-BE49-F238E27FC236}">
                <a16:creationId xmlns:a16="http://schemas.microsoft.com/office/drawing/2014/main" id="{AE1E66A3-7FD1-08A5-8B20-36C5331DCF69}"/>
              </a:ext>
            </a:extLst>
          </p:cNvPr>
          <p:cNvPicPr>
            <a:picLocks noChangeAspect="1"/>
          </p:cNvPicPr>
          <p:nvPr userDrawn="1"/>
        </p:nvPicPr>
        <p:blipFill>
          <a:blip r:embed="rId2"/>
          <a:stretch>
            <a:fillRect/>
          </a:stretch>
        </p:blipFill>
        <p:spPr>
          <a:xfrm>
            <a:off x="6453650" y="4014216"/>
            <a:ext cx="5738350" cy="2843784"/>
          </a:xfrm>
          <a:prstGeom prst="rect">
            <a:avLst/>
          </a:prstGeom>
        </p:spPr>
      </p:pic>
      <p:pic>
        <p:nvPicPr>
          <p:cNvPr id="14" name="Рисунок 13">
            <a:extLst>
              <a:ext uri="{FF2B5EF4-FFF2-40B4-BE49-F238E27FC236}">
                <a16:creationId xmlns:a16="http://schemas.microsoft.com/office/drawing/2014/main" id="{4464B067-71A6-CB30-BD46-5499FAAE00F9}"/>
              </a:ext>
            </a:extLst>
          </p:cNvPr>
          <p:cNvPicPr>
            <a:picLocks noChangeAspect="1"/>
          </p:cNvPicPr>
          <p:nvPr userDrawn="1"/>
        </p:nvPicPr>
        <p:blipFill>
          <a:blip r:embed="rId3"/>
          <a:stretch>
            <a:fillRect/>
          </a:stretch>
        </p:blipFill>
        <p:spPr>
          <a:xfrm>
            <a:off x="0" y="0"/>
            <a:ext cx="5458968" cy="2919913"/>
          </a:xfrm>
          <a:prstGeom prst="rect">
            <a:avLst/>
          </a:prstGeom>
        </p:spPr>
      </p:pic>
      <p:sp>
        <p:nvSpPr>
          <p:cNvPr id="2" name="Заголовок 1">
            <a:extLst>
              <a:ext uri="{FF2B5EF4-FFF2-40B4-BE49-F238E27FC236}">
                <a16:creationId xmlns:a16="http://schemas.microsoft.com/office/drawing/2014/main" id="{5A0D1FF5-7EF8-4250-A259-43050ABBD3B6}"/>
              </a:ext>
            </a:extLst>
          </p:cNvPr>
          <p:cNvSpPr>
            <a:spLocks noGrp="1"/>
          </p:cNvSpPr>
          <p:nvPr>
            <p:ph type="title"/>
          </p:nvPr>
        </p:nvSpPr>
        <p:spPr>
          <a:xfrm>
            <a:off x="612648" y="868679"/>
            <a:ext cx="10972800" cy="1572768"/>
          </a:xfrm>
        </p:spPr>
        <p:txBody>
          <a:bodyPr lIns="91440" tIns="182880" rIns="91440" bIns="0" rtlCol="0"/>
          <a:lstStyle>
            <a:lvl1pPr algn="ctr">
              <a:lnSpc>
                <a:spcPct val="90000"/>
              </a:lnSpc>
              <a:defRPr lang="ru-MO" sz="4800" spc="400" baseline="0"/>
            </a:lvl1pPr>
          </a:lstStyle>
          <a:p>
            <a:pPr rtl="0"/>
            <a:r>
              <a:rPr lang="ru-RU" noProof="0"/>
              <a:t>Образец заголовка</a:t>
            </a:r>
          </a:p>
        </p:txBody>
      </p:sp>
      <p:sp>
        <p:nvSpPr>
          <p:cNvPr id="3" name="Текст 2">
            <a:extLst>
              <a:ext uri="{FF2B5EF4-FFF2-40B4-BE49-F238E27FC236}">
                <a16:creationId xmlns:a16="http://schemas.microsoft.com/office/drawing/2014/main" id="{673DC3A9-D4E6-42CF-91A8-F267C7C66CCB}"/>
              </a:ext>
            </a:extLst>
          </p:cNvPr>
          <p:cNvSpPr>
            <a:spLocks noGrp="1"/>
          </p:cNvSpPr>
          <p:nvPr>
            <p:ph type="body" idx="1" hasCustomPrompt="1"/>
          </p:nvPr>
        </p:nvSpPr>
        <p:spPr>
          <a:xfrm>
            <a:off x="612648" y="2438400"/>
            <a:ext cx="3419856" cy="365760"/>
          </a:xfrm>
        </p:spPr>
        <p:txBody>
          <a:bodyPr rtlCol="0" anchor="t"/>
          <a:lstStyle>
            <a:lvl1pPr marL="0" indent="0">
              <a:lnSpc>
                <a:spcPct val="100000"/>
              </a:lnSpc>
              <a:spcBef>
                <a:spcPts val="1000"/>
              </a:spcBef>
              <a:buNone/>
              <a:defRPr lang="ru-MO" sz="2000" b="1" cap="all" spc="200" baseline="0">
                <a:latin typeface="+mj-lt"/>
              </a:defRPr>
            </a:lvl1pPr>
            <a:lvl2pPr marL="457200" indent="0">
              <a:buNone/>
              <a:defRPr lang="ru-MO" sz="2000" b="1"/>
            </a:lvl2pPr>
            <a:lvl3pPr marL="914400" indent="0">
              <a:buNone/>
              <a:defRPr lang="ru-MO" sz="1800" b="1"/>
            </a:lvl3pPr>
            <a:lvl4pPr marL="1371600" indent="0">
              <a:buNone/>
              <a:defRPr lang="ru-MO" sz="1600" b="1"/>
            </a:lvl4pPr>
            <a:lvl5pPr marL="1828800" indent="0">
              <a:buNone/>
              <a:defRPr lang="ru-MO" sz="1600" b="1"/>
            </a:lvl5pPr>
            <a:lvl6pPr marL="2286000" indent="0">
              <a:buNone/>
              <a:defRPr lang="ru-MO" sz="1600" b="1"/>
            </a:lvl6pPr>
            <a:lvl7pPr marL="2743200" indent="0">
              <a:buNone/>
              <a:defRPr lang="ru-MO" sz="1600" b="1"/>
            </a:lvl7pPr>
            <a:lvl8pPr marL="3200400" indent="0">
              <a:buNone/>
              <a:defRPr lang="ru-MO" sz="1600" b="1"/>
            </a:lvl8pPr>
            <a:lvl9pPr marL="3657600" indent="0">
              <a:buNone/>
              <a:defRPr lang="ru-MO" sz="1600" b="1"/>
            </a:lvl9pPr>
          </a:lstStyle>
          <a:p>
            <a:pPr lvl="0" rtl="0"/>
            <a:r>
              <a:rPr lang="ru-RU" noProof="0"/>
              <a:t>Щелкните, чтобы изменить стили текста образца слайда</a:t>
            </a:r>
          </a:p>
        </p:txBody>
      </p:sp>
      <p:sp>
        <p:nvSpPr>
          <p:cNvPr id="4" name="Объект 3">
            <a:extLst>
              <a:ext uri="{FF2B5EF4-FFF2-40B4-BE49-F238E27FC236}">
                <a16:creationId xmlns:a16="http://schemas.microsoft.com/office/drawing/2014/main" id="{C752CCA9-53A3-4DA5-AD45-C2A2C12A3A6A}"/>
              </a:ext>
            </a:extLst>
          </p:cNvPr>
          <p:cNvSpPr>
            <a:spLocks noGrp="1"/>
          </p:cNvSpPr>
          <p:nvPr>
            <p:ph sz="half" idx="2" hasCustomPrompt="1"/>
          </p:nvPr>
        </p:nvSpPr>
        <p:spPr>
          <a:xfrm>
            <a:off x="612648" y="2871216"/>
            <a:ext cx="3419856" cy="2925554"/>
          </a:xfrm>
        </p:spPr>
        <p:txBody>
          <a:bodyPr rtlCol="0"/>
          <a:lstStyle>
            <a:lvl1pPr>
              <a:lnSpc>
                <a:spcPct val="100000"/>
              </a:lnSpc>
              <a:spcBef>
                <a:spcPts val="1000"/>
              </a:spcBef>
              <a:defRPr lang="ru-MO" sz="1600" spc="100" baseline="0"/>
            </a:lvl1pPr>
            <a:lvl2pPr>
              <a:lnSpc>
                <a:spcPct val="100000"/>
              </a:lnSpc>
              <a:spcBef>
                <a:spcPts val="1000"/>
              </a:spcBef>
              <a:defRPr lang="ru-MO" sz="1400" spc="100" baseline="0"/>
            </a:lvl2pPr>
            <a:lvl3pPr>
              <a:lnSpc>
                <a:spcPct val="100000"/>
              </a:lnSpc>
              <a:spcBef>
                <a:spcPts val="1000"/>
              </a:spcBef>
              <a:defRPr lang="ru-MO" sz="1200" spc="100" baseline="0"/>
            </a:lvl3pPr>
            <a:lvl4pPr>
              <a:lnSpc>
                <a:spcPct val="100000"/>
              </a:lnSpc>
              <a:spcBef>
                <a:spcPts val="1000"/>
              </a:spcBef>
              <a:defRPr lang="ru-MO" sz="1100" spc="100" baseline="0"/>
            </a:lvl4pPr>
            <a:lvl5pPr>
              <a:lnSpc>
                <a:spcPct val="100000"/>
              </a:lnSpc>
              <a:spcBef>
                <a:spcPts val="1000"/>
              </a:spcBef>
              <a:defRPr lang="ru-MO" sz="1100" spc="100" baseline="0"/>
            </a:lvl5pPr>
          </a:lstStyle>
          <a:p>
            <a:pPr lvl="0" rtl="0"/>
            <a:r>
              <a:rPr lang="ru-RU" noProof="0"/>
              <a:t>Щелкните, чтобы изменить стили текста образца слайда</a:t>
            </a:r>
          </a:p>
          <a:p>
            <a:pPr lvl="1" rtl="0"/>
            <a:r>
              <a:rPr lang="ru-RU" noProof="0"/>
              <a:t>Второй уровень</a:t>
            </a:r>
          </a:p>
          <a:p>
            <a:pPr lvl="2" rtl="0"/>
            <a:r>
              <a:rPr lang="ru-RU" noProof="0"/>
              <a:t>Третий уровень</a:t>
            </a:r>
          </a:p>
          <a:p>
            <a:pPr lvl="3" rtl="0"/>
            <a:r>
              <a:rPr lang="ru-RU" noProof="0"/>
              <a:t>Четвертый уровень</a:t>
            </a:r>
          </a:p>
          <a:p>
            <a:pPr lvl="4" rtl="0"/>
            <a:r>
              <a:rPr lang="ru-RU" noProof="0"/>
              <a:t>Пятый уровень</a:t>
            </a:r>
          </a:p>
        </p:txBody>
      </p:sp>
      <p:sp>
        <p:nvSpPr>
          <p:cNvPr id="5" name="Текст 4">
            <a:extLst>
              <a:ext uri="{FF2B5EF4-FFF2-40B4-BE49-F238E27FC236}">
                <a16:creationId xmlns:a16="http://schemas.microsoft.com/office/drawing/2014/main" id="{2100C9C6-BD61-4D2C-9146-FB785BAE4FF3}"/>
              </a:ext>
            </a:extLst>
          </p:cNvPr>
          <p:cNvSpPr>
            <a:spLocks noGrp="1"/>
          </p:cNvSpPr>
          <p:nvPr>
            <p:ph type="body" sz="quarter" idx="3" hasCustomPrompt="1"/>
          </p:nvPr>
        </p:nvSpPr>
        <p:spPr>
          <a:xfrm>
            <a:off x="4407408" y="2438400"/>
            <a:ext cx="3419856" cy="365760"/>
          </a:xfrm>
        </p:spPr>
        <p:txBody>
          <a:bodyPr rtlCol="0" anchor="t"/>
          <a:lstStyle>
            <a:lvl1pPr marL="0" indent="0">
              <a:lnSpc>
                <a:spcPct val="100000"/>
              </a:lnSpc>
              <a:spcBef>
                <a:spcPts val="1000"/>
              </a:spcBef>
              <a:buNone/>
              <a:defRPr lang="ru-MO" sz="2000" b="1" cap="all" spc="200" baseline="0">
                <a:latin typeface="+mj-lt"/>
              </a:defRPr>
            </a:lvl1pPr>
            <a:lvl2pPr marL="457200" indent="0">
              <a:buNone/>
              <a:defRPr lang="ru-MO" sz="2000" b="1"/>
            </a:lvl2pPr>
            <a:lvl3pPr marL="914400" indent="0">
              <a:buNone/>
              <a:defRPr lang="ru-MO" sz="1800" b="1"/>
            </a:lvl3pPr>
            <a:lvl4pPr marL="1371600" indent="0">
              <a:buNone/>
              <a:defRPr lang="ru-MO" sz="1600" b="1"/>
            </a:lvl4pPr>
            <a:lvl5pPr marL="1828800" indent="0">
              <a:buNone/>
              <a:defRPr lang="ru-MO" sz="1600" b="1"/>
            </a:lvl5pPr>
            <a:lvl6pPr marL="2286000" indent="0">
              <a:buNone/>
              <a:defRPr lang="ru-MO" sz="1600" b="1"/>
            </a:lvl6pPr>
            <a:lvl7pPr marL="2743200" indent="0">
              <a:buNone/>
              <a:defRPr lang="ru-MO" sz="1600" b="1"/>
            </a:lvl7pPr>
            <a:lvl8pPr marL="3200400" indent="0">
              <a:buNone/>
              <a:defRPr lang="ru-MO" sz="1600" b="1"/>
            </a:lvl8pPr>
            <a:lvl9pPr marL="3657600" indent="0">
              <a:buNone/>
              <a:defRPr lang="ru-MO" sz="1600" b="1"/>
            </a:lvl9pPr>
          </a:lstStyle>
          <a:p>
            <a:pPr lvl="0" rtl="0"/>
            <a:r>
              <a:rPr lang="ru-RU" noProof="0"/>
              <a:t>Щелкните, чтобы изменить стили текста образца слайда</a:t>
            </a:r>
          </a:p>
        </p:txBody>
      </p:sp>
      <p:sp>
        <p:nvSpPr>
          <p:cNvPr id="6" name="Объект 5">
            <a:extLst>
              <a:ext uri="{FF2B5EF4-FFF2-40B4-BE49-F238E27FC236}">
                <a16:creationId xmlns:a16="http://schemas.microsoft.com/office/drawing/2014/main" id="{E2E342EE-68BB-484D-98C3-48A7847549D4}"/>
              </a:ext>
            </a:extLst>
          </p:cNvPr>
          <p:cNvSpPr>
            <a:spLocks noGrp="1"/>
          </p:cNvSpPr>
          <p:nvPr>
            <p:ph sz="quarter" idx="4" hasCustomPrompt="1"/>
          </p:nvPr>
        </p:nvSpPr>
        <p:spPr>
          <a:xfrm>
            <a:off x="4407408" y="2871216"/>
            <a:ext cx="3419856" cy="2925554"/>
          </a:xfrm>
        </p:spPr>
        <p:txBody>
          <a:bodyPr rtlCol="0"/>
          <a:lstStyle>
            <a:lvl1pPr>
              <a:lnSpc>
                <a:spcPct val="100000"/>
              </a:lnSpc>
              <a:spcBef>
                <a:spcPts val="1000"/>
              </a:spcBef>
              <a:defRPr lang="ru-MO" sz="1600" spc="100" baseline="0"/>
            </a:lvl1pPr>
            <a:lvl2pPr>
              <a:lnSpc>
                <a:spcPct val="100000"/>
              </a:lnSpc>
              <a:spcBef>
                <a:spcPts val="1000"/>
              </a:spcBef>
              <a:defRPr lang="ru-MO" sz="1400" spc="100" baseline="0"/>
            </a:lvl2pPr>
            <a:lvl3pPr>
              <a:lnSpc>
                <a:spcPct val="100000"/>
              </a:lnSpc>
              <a:spcBef>
                <a:spcPts val="1000"/>
              </a:spcBef>
              <a:defRPr lang="ru-MO" sz="1200" spc="100" baseline="0"/>
            </a:lvl3pPr>
            <a:lvl4pPr>
              <a:lnSpc>
                <a:spcPct val="100000"/>
              </a:lnSpc>
              <a:spcBef>
                <a:spcPts val="1000"/>
              </a:spcBef>
              <a:defRPr lang="ru-MO" sz="1100" spc="100" baseline="0"/>
            </a:lvl4pPr>
            <a:lvl5pPr>
              <a:lnSpc>
                <a:spcPct val="100000"/>
              </a:lnSpc>
              <a:spcBef>
                <a:spcPts val="1000"/>
              </a:spcBef>
              <a:defRPr lang="ru-MO" sz="1100" spc="100" baseline="0"/>
            </a:lvl5pPr>
          </a:lstStyle>
          <a:p>
            <a:pPr lvl="0" rtl="0"/>
            <a:r>
              <a:rPr lang="ru-RU" noProof="0"/>
              <a:t>Щелкните, чтобы изменить стили текста образца слайда</a:t>
            </a:r>
          </a:p>
          <a:p>
            <a:pPr lvl="1" rtl="0"/>
            <a:r>
              <a:rPr lang="ru-RU" noProof="0"/>
              <a:t>Второй уровень</a:t>
            </a:r>
          </a:p>
          <a:p>
            <a:pPr lvl="2" rtl="0"/>
            <a:r>
              <a:rPr lang="ru-RU" noProof="0"/>
              <a:t>Третий уровень</a:t>
            </a:r>
          </a:p>
          <a:p>
            <a:pPr lvl="3" rtl="0"/>
            <a:r>
              <a:rPr lang="ru-RU" noProof="0"/>
              <a:t>Четвертый уровень</a:t>
            </a:r>
          </a:p>
          <a:p>
            <a:pPr lvl="4" rtl="0"/>
            <a:r>
              <a:rPr lang="ru-RU" noProof="0"/>
              <a:t>Пятый уровень</a:t>
            </a:r>
          </a:p>
        </p:txBody>
      </p:sp>
      <p:sp>
        <p:nvSpPr>
          <p:cNvPr id="7" name="Текст 4">
            <a:extLst>
              <a:ext uri="{FF2B5EF4-FFF2-40B4-BE49-F238E27FC236}">
                <a16:creationId xmlns:a16="http://schemas.microsoft.com/office/drawing/2014/main" id="{9A48939F-0CF9-9CBD-F606-7A4850B910A1}"/>
              </a:ext>
            </a:extLst>
          </p:cNvPr>
          <p:cNvSpPr>
            <a:spLocks noGrp="1"/>
          </p:cNvSpPr>
          <p:nvPr>
            <p:ph type="body" sz="quarter" idx="13" hasCustomPrompt="1"/>
          </p:nvPr>
        </p:nvSpPr>
        <p:spPr>
          <a:xfrm>
            <a:off x="8183880" y="2438400"/>
            <a:ext cx="3419856" cy="365760"/>
          </a:xfrm>
        </p:spPr>
        <p:txBody>
          <a:bodyPr rtlCol="0" anchor="t"/>
          <a:lstStyle>
            <a:lvl1pPr marL="0" indent="0">
              <a:lnSpc>
                <a:spcPct val="100000"/>
              </a:lnSpc>
              <a:spcBef>
                <a:spcPts val="1000"/>
              </a:spcBef>
              <a:buNone/>
              <a:defRPr lang="ru-MO" sz="2000" b="1" cap="all" spc="200" baseline="0">
                <a:latin typeface="+mj-lt"/>
              </a:defRPr>
            </a:lvl1pPr>
            <a:lvl2pPr marL="457200" indent="0">
              <a:buNone/>
              <a:defRPr lang="ru-MO" sz="2000" b="1"/>
            </a:lvl2pPr>
            <a:lvl3pPr marL="914400" indent="0">
              <a:buNone/>
              <a:defRPr lang="ru-MO" sz="1800" b="1"/>
            </a:lvl3pPr>
            <a:lvl4pPr marL="1371600" indent="0">
              <a:buNone/>
              <a:defRPr lang="ru-MO" sz="1600" b="1"/>
            </a:lvl4pPr>
            <a:lvl5pPr marL="1828800" indent="0">
              <a:buNone/>
              <a:defRPr lang="ru-MO" sz="1600" b="1"/>
            </a:lvl5pPr>
            <a:lvl6pPr marL="2286000" indent="0">
              <a:buNone/>
              <a:defRPr lang="ru-MO" sz="1600" b="1"/>
            </a:lvl6pPr>
            <a:lvl7pPr marL="2743200" indent="0">
              <a:buNone/>
              <a:defRPr lang="ru-MO" sz="1600" b="1"/>
            </a:lvl7pPr>
            <a:lvl8pPr marL="3200400" indent="0">
              <a:buNone/>
              <a:defRPr lang="ru-MO" sz="1600" b="1"/>
            </a:lvl8pPr>
            <a:lvl9pPr marL="3657600" indent="0">
              <a:buNone/>
              <a:defRPr lang="ru-MO" sz="1600" b="1"/>
            </a:lvl9pPr>
          </a:lstStyle>
          <a:p>
            <a:pPr lvl="0" rtl="0"/>
            <a:r>
              <a:rPr lang="ru-RU" noProof="0"/>
              <a:t>Щелкните, чтобы изменить стили текста образца слайда</a:t>
            </a:r>
          </a:p>
        </p:txBody>
      </p:sp>
      <p:sp>
        <p:nvSpPr>
          <p:cNvPr id="13" name="Объект 5">
            <a:extLst>
              <a:ext uri="{FF2B5EF4-FFF2-40B4-BE49-F238E27FC236}">
                <a16:creationId xmlns:a16="http://schemas.microsoft.com/office/drawing/2014/main" id="{693BC756-2B97-9751-B879-03B6F1C405C3}"/>
              </a:ext>
            </a:extLst>
          </p:cNvPr>
          <p:cNvSpPr>
            <a:spLocks noGrp="1"/>
          </p:cNvSpPr>
          <p:nvPr>
            <p:ph sz="quarter" idx="14" hasCustomPrompt="1"/>
          </p:nvPr>
        </p:nvSpPr>
        <p:spPr>
          <a:xfrm>
            <a:off x="8183880" y="2871216"/>
            <a:ext cx="3419856" cy="2925554"/>
          </a:xfrm>
        </p:spPr>
        <p:txBody>
          <a:bodyPr rtlCol="0"/>
          <a:lstStyle>
            <a:lvl1pPr>
              <a:lnSpc>
                <a:spcPct val="100000"/>
              </a:lnSpc>
              <a:spcBef>
                <a:spcPts val="1000"/>
              </a:spcBef>
              <a:defRPr lang="ru-MO" sz="1600" spc="100" baseline="0"/>
            </a:lvl1pPr>
            <a:lvl2pPr>
              <a:lnSpc>
                <a:spcPct val="100000"/>
              </a:lnSpc>
              <a:spcBef>
                <a:spcPts val="1000"/>
              </a:spcBef>
              <a:defRPr lang="ru-MO" sz="1400" spc="100" baseline="0"/>
            </a:lvl2pPr>
            <a:lvl3pPr>
              <a:lnSpc>
                <a:spcPct val="100000"/>
              </a:lnSpc>
              <a:spcBef>
                <a:spcPts val="1000"/>
              </a:spcBef>
              <a:defRPr lang="ru-MO" sz="1200" spc="100" baseline="0"/>
            </a:lvl3pPr>
            <a:lvl4pPr>
              <a:lnSpc>
                <a:spcPct val="100000"/>
              </a:lnSpc>
              <a:spcBef>
                <a:spcPts val="1000"/>
              </a:spcBef>
              <a:defRPr lang="ru-MO" sz="1100" spc="100" baseline="0"/>
            </a:lvl4pPr>
            <a:lvl5pPr>
              <a:lnSpc>
                <a:spcPct val="100000"/>
              </a:lnSpc>
              <a:spcBef>
                <a:spcPts val="1000"/>
              </a:spcBef>
              <a:defRPr lang="ru-MO" sz="1100" spc="100" baseline="0"/>
            </a:lvl5pPr>
          </a:lstStyle>
          <a:p>
            <a:pPr lvl="0" rtl="0"/>
            <a:r>
              <a:rPr lang="ru-RU" noProof="0"/>
              <a:t>Щелкните, чтобы изменить стили текста образца слайда</a:t>
            </a:r>
          </a:p>
          <a:p>
            <a:pPr lvl="1" rtl="0"/>
            <a:r>
              <a:rPr lang="ru-RU" noProof="0"/>
              <a:t>Второй уровень</a:t>
            </a:r>
          </a:p>
          <a:p>
            <a:pPr lvl="2" rtl="0"/>
            <a:r>
              <a:rPr lang="ru-RU" noProof="0"/>
              <a:t>Третий уровень</a:t>
            </a:r>
          </a:p>
          <a:p>
            <a:pPr lvl="3" rtl="0"/>
            <a:r>
              <a:rPr lang="ru-RU" noProof="0"/>
              <a:t>Четвертый уровень</a:t>
            </a:r>
          </a:p>
          <a:p>
            <a:pPr lvl="4" rtl="0"/>
            <a:r>
              <a:rPr lang="ru-RU" noProof="0"/>
              <a:t>Пятый уровень</a:t>
            </a:r>
          </a:p>
        </p:txBody>
      </p:sp>
      <p:sp>
        <p:nvSpPr>
          <p:cNvPr id="8" name="Нижний колонтитул 7">
            <a:extLst>
              <a:ext uri="{FF2B5EF4-FFF2-40B4-BE49-F238E27FC236}">
                <a16:creationId xmlns:a16="http://schemas.microsoft.com/office/drawing/2014/main" id="{3A51CCCC-1589-401D-AE98-FC28716301EF}"/>
              </a:ext>
            </a:extLst>
          </p:cNvPr>
          <p:cNvSpPr>
            <a:spLocks noGrp="1"/>
          </p:cNvSpPr>
          <p:nvPr>
            <p:ph type="ftr" sz="quarter" idx="11"/>
          </p:nvPr>
        </p:nvSpPr>
        <p:spPr>
          <a:xfrm>
            <a:off x="4038600" y="11575"/>
            <a:ext cx="4114800" cy="856526"/>
          </a:xfrm>
          <a:prstGeom prst="rect">
            <a:avLst/>
          </a:prstGeom>
        </p:spPr>
        <p:txBody>
          <a:bodyPr rtlCol="0"/>
          <a:lstStyle>
            <a:defPPr>
              <a:defRPr lang="ru-MO"/>
            </a:defPPr>
          </a:lstStyle>
          <a:p>
            <a:pPr rtl="0"/>
            <a:r>
              <a:rPr lang="ru-RU" noProof="0"/>
              <a:t>ЗАГОЛОВОК ПРЕЗЕНТАЦИИ</a:t>
            </a:r>
          </a:p>
        </p:txBody>
      </p:sp>
      <p:sp>
        <p:nvSpPr>
          <p:cNvPr id="9" name="Номер слайда 8">
            <a:extLst>
              <a:ext uri="{FF2B5EF4-FFF2-40B4-BE49-F238E27FC236}">
                <a16:creationId xmlns:a16="http://schemas.microsoft.com/office/drawing/2014/main" id="{285D9D7D-8D9A-473E-AF0D-EF1940D793C3}"/>
              </a:ext>
            </a:extLst>
          </p:cNvPr>
          <p:cNvSpPr>
            <a:spLocks noGrp="1"/>
          </p:cNvSpPr>
          <p:nvPr>
            <p:ph type="sldNum" sz="quarter" idx="12"/>
          </p:nvPr>
        </p:nvSpPr>
        <p:spPr>
          <a:xfrm>
            <a:off x="4038600" y="6006546"/>
            <a:ext cx="4114800" cy="851453"/>
          </a:xfrm>
          <a:prstGeom prst="rect">
            <a:avLst/>
          </a:prstGeom>
        </p:spPr>
        <p:txBody>
          <a:bodyPr rtlCol="0"/>
          <a:lstStyle>
            <a:defPPr>
              <a:defRPr lang="ru-MO"/>
            </a:defPPr>
          </a:lstStyle>
          <a:p>
            <a:pPr rtl="0"/>
            <a:fld id="{294A09A9-5501-47C1-A89A-A340965A2BE2}" type="slidenum">
              <a:rPr lang="ru-RU" noProof="0" smtClean="0"/>
              <a:t>‹#›</a:t>
            </a:fld>
            <a:endParaRPr lang="ru-RU" noProof="0"/>
          </a:p>
        </p:txBody>
      </p:sp>
      <p:cxnSp>
        <p:nvCxnSpPr>
          <p:cNvPr id="10" name="Прямая соединительная линия 9">
            <a:extLst>
              <a:ext uri="{FF2B5EF4-FFF2-40B4-BE49-F238E27FC236}">
                <a16:creationId xmlns:a16="http://schemas.microsoft.com/office/drawing/2014/main" id="{B7AC635D-0E01-2452-CC44-1DAE0F96DF63}"/>
              </a:ext>
            </a:extLst>
          </p:cNvPr>
          <p:cNvCxnSpPr>
            <a:cxnSpLocks/>
          </p:cNvCxnSpPr>
          <p:nvPr userDrawn="1"/>
        </p:nvCxnSpPr>
        <p:spPr>
          <a:xfrm>
            <a:off x="5251048" y="868101"/>
            <a:ext cx="1689904" cy="0"/>
          </a:xfrm>
          <a:prstGeom prst="line">
            <a:avLst/>
          </a:prstGeom>
          <a:ln w="12700"/>
        </p:spPr>
        <p:style>
          <a:lnRef idx="1">
            <a:schemeClr val="dk1"/>
          </a:lnRef>
          <a:fillRef idx="0">
            <a:schemeClr val="dk1"/>
          </a:fillRef>
          <a:effectRef idx="0">
            <a:schemeClr val="dk1"/>
          </a:effectRef>
          <a:fontRef idx="minor">
            <a:schemeClr val="tx1"/>
          </a:fontRef>
        </p:style>
      </p:cxnSp>
      <p:cxnSp>
        <p:nvCxnSpPr>
          <p:cNvPr id="11" name="Прямая соединительная линия 10">
            <a:extLst>
              <a:ext uri="{FF2B5EF4-FFF2-40B4-BE49-F238E27FC236}">
                <a16:creationId xmlns:a16="http://schemas.microsoft.com/office/drawing/2014/main" id="{A4ED63FD-A76F-FB56-8D44-31BD432133C5}"/>
              </a:ext>
            </a:extLst>
          </p:cNvPr>
          <p:cNvCxnSpPr>
            <a:cxnSpLocks/>
          </p:cNvCxnSpPr>
          <p:nvPr userDrawn="1"/>
        </p:nvCxnSpPr>
        <p:spPr>
          <a:xfrm>
            <a:off x="5251048" y="5995687"/>
            <a:ext cx="1689904" cy="0"/>
          </a:xfrm>
          <a:prstGeom prst="line">
            <a:avLst/>
          </a:prstGeom>
          <a:ln w="12700"/>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54928777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Сравнение">
    <p:spTree>
      <p:nvGrpSpPr>
        <p:cNvPr id="1" name=""/>
        <p:cNvGrpSpPr/>
        <p:nvPr/>
      </p:nvGrpSpPr>
      <p:grpSpPr>
        <a:xfrm>
          <a:off x="0" y="0"/>
          <a:ext cx="0" cy="0"/>
          <a:chOff x="0" y="0"/>
          <a:chExt cx="0" cy="0"/>
        </a:xfrm>
      </p:grpSpPr>
      <p:pic>
        <p:nvPicPr>
          <p:cNvPr id="10" name="Рисунок 9">
            <a:extLst>
              <a:ext uri="{FF2B5EF4-FFF2-40B4-BE49-F238E27FC236}">
                <a16:creationId xmlns:a16="http://schemas.microsoft.com/office/drawing/2014/main" id="{F5F45936-2436-D9FD-A05D-F3C70F90FDCC}"/>
              </a:ext>
            </a:extLst>
          </p:cNvPr>
          <p:cNvPicPr>
            <a:picLocks noChangeAspect="1"/>
          </p:cNvPicPr>
          <p:nvPr userDrawn="1"/>
        </p:nvPicPr>
        <p:blipFill>
          <a:blip r:embed="rId2"/>
          <a:stretch>
            <a:fillRect/>
          </a:stretch>
        </p:blipFill>
        <p:spPr>
          <a:xfrm>
            <a:off x="0" y="3758530"/>
            <a:ext cx="4700016" cy="3099470"/>
          </a:xfrm>
          <a:prstGeom prst="rect">
            <a:avLst/>
          </a:prstGeom>
        </p:spPr>
      </p:pic>
      <p:pic>
        <p:nvPicPr>
          <p:cNvPr id="8" name="Рисунок 7">
            <a:extLst>
              <a:ext uri="{FF2B5EF4-FFF2-40B4-BE49-F238E27FC236}">
                <a16:creationId xmlns:a16="http://schemas.microsoft.com/office/drawing/2014/main" id="{0DF862D5-CF3B-E45B-934F-ACEF42B35BB4}"/>
              </a:ext>
            </a:extLst>
          </p:cNvPr>
          <p:cNvPicPr>
            <a:picLocks noChangeAspect="1"/>
          </p:cNvPicPr>
          <p:nvPr userDrawn="1"/>
        </p:nvPicPr>
        <p:blipFill>
          <a:blip r:embed="rId3"/>
          <a:stretch>
            <a:fillRect/>
          </a:stretch>
        </p:blipFill>
        <p:spPr>
          <a:xfrm>
            <a:off x="0" y="0"/>
            <a:ext cx="5148072" cy="3436275"/>
          </a:xfrm>
          <a:prstGeom prst="rect">
            <a:avLst/>
          </a:prstGeom>
        </p:spPr>
      </p:pic>
      <p:sp>
        <p:nvSpPr>
          <p:cNvPr id="12" name="Заголовок 11">
            <a:extLst>
              <a:ext uri="{FF2B5EF4-FFF2-40B4-BE49-F238E27FC236}">
                <a16:creationId xmlns:a16="http://schemas.microsoft.com/office/drawing/2014/main" id="{3392E024-DB0F-45F6-7A0A-359A57817906}"/>
              </a:ext>
            </a:extLst>
          </p:cNvPr>
          <p:cNvSpPr>
            <a:spLocks noGrp="1"/>
          </p:cNvSpPr>
          <p:nvPr>
            <p:ph type="title"/>
          </p:nvPr>
        </p:nvSpPr>
        <p:spPr>
          <a:xfrm>
            <a:off x="612648" y="1216152"/>
            <a:ext cx="5184648" cy="4416552"/>
          </a:xfrm>
        </p:spPr>
        <p:txBody>
          <a:bodyPr lIns="0" rIns="0" rtlCol="0"/>
          <a:lstStyle>
            <a:lvl1pPr algn="r">
              <a:defRPr lang="ru-MO" sz="4800" cap="all" spc="400" baseline="0"/>
            </a:lvl1pPr>
          </a:lstStyle>
          <a:p>
            <a:pPr rtl="0"/>
            <a:r>
              <a:rPr lang="ru-RU" noProof="0"/>
              <a:t>Образец заголовка</a:t>
            </a:r>
          </a:p>
        </p:txBody>
      </p:sp>
      <p:sp>
        <p:nvSpPr>
          <p:cNvPr id="14" name="Объект 13">
            <a:extLst>
              <a:ext uri="{FF2B5EF4-FFF2-40B4-BE49-F238E27FC236}">
                <a16:creationId xmlns:a16="http://schemas.microsoft.com/office/drawing/2014/main" id="{59AC38BE-9C76-A3FA-7823-F4A4B43AB754}"/>
              </a:ext>
            </a:extLst>
          </p:cNvPr>
          <p:cNvSpPr>
            <a:spLocks noGrp="1"/>
          </p:cNvSpPr>
          <p:nvPr>
            <p:ph sz="quarter" idx="13" hasCustomPrompt="1"/>
          </p:nvPr>
        </p:nvSpPr>
        <p:spPr>
          <a:xfrm>
            <a:off x="6400800" y="1216025"/>
            <a:ext cx="5184648" cy="4416425"/>
          </a:xfrm>
        </p:spPr>
        <p:txBody>
          <a:bodyPr rtlCol="0" anchor="ctr"/>
          <a:lstStyle>
            <a:lvl1pPr marL="0" indent="0">
              <a:lnSpc>
                <a:spcPct val="150000"/>
              </a:lnSpc>
              <a:spcBef>
                <a:spcPts val="1000"/>
              </a:spcBef>
              <a:buNone/>
              <a:defRPr lang="ru-MO" sz="1600" spc="100" baseline="0"/>
            </a:lvl1pPr>
            <a:lvl2pPr marL="228600">
              <a:lnSpc>
                <a:spcPct val="150000"/>
              </a:lnSpc>
              <a:spcBef>
                <a:spcPts val="1000"/>
              </a:spcBef>
              <a:defRPr lang="ru-MO" sz="1600" spc="100" baseline="0"/>
            </a:lvl2pPr>
            <a:lvl3pPr marL="457200">
              <a:lnSpc>
                <a:spcPct val="150000"/>
              </a:lnSpc>
              <a:spcBef>
                <a:spcPts val="1000"/>
              </a:spcBef>
              <a:defRPr lang="ru-MO" sz="1600" spc="100" baseline="0"/>
            </a:lvl3pPr>
            <a:lvl4pPr marL="685800">
              <a:lnSpc>
                <a:spcPct val="150000"/>
              </a:lnSpc>
              <a:spcBef>
                <a:spcPts val="1000"/>
              </a:spcBef>
              <a:defRPr lang="ru-MO" sz="1600" spc="100" baseline="0"/>
            </a:lvl4pPr>
            <a:lvl5pPr marL="914400">
              <a:lnSpc>
                <a:spcPct val="150000"/>
              </a:lnSpc>
              <a:spcBef>
                <a:spcPts val="1000"/>
              </a:spcBef>
              <a:defRPr lang="ru-MO" sz="1600" spc="100" baseline="0"/>
            </a:lvl5pPr>
          </a:lstStyle>
          <a:p>
            <a:pPr lvl="0" rtl="0"/>
            <a:r>
              <a:rPr lang="ru-RU" noProof="0"/>
              <a:t>Щелкните, чтобы изменить стили текста образца слайда</a:t>
            </a:r>
          </a:p>
          <a:p>
            <a:pPr lvl="1" rtl="0"/>
            <a:r>
              <a:rPr lang="ru-RU" noProof="0"/>
              <a:t>Второй уровень</a:t>
            </a:r>
          </a:p>
          <a:p>
            <a:pPr lvl="2" rtl="0"/>
            <a:r>
              <a:rPr lang="ru-RU" noProof="0"/>
              <a:t>Третий уровень</a:t>
            </a:r>
          </a:p>
          <a:p>
            <a:pPr lvl="3" rtl="0"/>
            <a:r>
              <a:rPr lang="ru-RU" noProof="0"/>
              <a:t>Четвертый уровень</a:t>
            </a:r>
          </a:p>
          <a:p>
            <a:pPr lvl="4" rtl="0"/>
            <a:r>
              <a:rPr lang="ru-RU" noProof="0"/>
              <a:t>Пятый уровень</a:t>
            </a:r>
          </a:p>
        </p:txBody>
      </p:sp>
      <p:sp>
        <p:nvSpPr>
          <p:cNvPr id="3" name="Нижний колонтитул 2">
            <a:extLst>
              <a:ext uri="{FF2B5EF4-FFF2-40B4-BE49-F238E27FC236}">
                <a16:creationId xmlns:a16="http://schemas.microsoft.com/office/drawing/2014/main" id="{7AC6CA6E-C1AB-4B24-80C7-A4B12640BE6F}"/>
              </a:ext>
            </a:extLst>
          </p:cNvPr>
          <p:cNvSpPr>
            <a:spLocks noGrp="1"/>
          </p:cNvSpPr>
          <p:nvPr>
            <p:ph type="ftr" sz="quarter" idx="11"/>
          </p:nvPr>
        </p:nvSpPr>
        <p:spPr>
          <a:xfrm>
            <a:off x="4038600" y="11575"/>
            <a:ext cx="4114800" cy="856526"/>
          </a:xfrm>
          <a:prstGeom prst="rect">
            <a:avLst/>
          </a:prstGeom>
        </p:spPr>
        <p:txBody>
          <a:bodyPr rtlCol="0"/>
          <a:lstStyle>
            <a:defPPr>
              <a:defRPr lang="ru-MO"/>
            </a:defPPr>
          </a:lstStyle>
          <a:p>
            <a:pPr rtl="0"/>
            <a:r>
              <a:rPr lang="ru-RU" noProof="0"/>
              <a:t>ЗАГОЛОВОК ПРЕЗЕНТАЦИИ</a:t>
            </a:r>
          </a:p>
        </p:txBody>
      </p:sp>
      <p:sp>
        <p:nvSpPr>
          <p:cNvPr id="4" name="Номер слайда 3">
            <a:extLst>
              <a:ext uri="{FF2B5EF4-FFF2-40B4-BE49-F238E27FC236}">
                <a16:creationId xmlns:a16="http://schemas.microsoft.com/office/drawing/2014/main" id="{4F5EFB41-7AD3-4519-95E7-416BFA1AECAB}"/>
              </a:ext>
            </a:extLst>
          </p:cNvPr>
          <p:cNvSpPr>
            <a:spLocks noGrp="1"/>
          </p:cNvSpPr>
          <p:nvPr>
            <p:ph type="sldNum" sz="quarter" idx="12"/>
          </p:nvPr>
        </p:nvSpPr>
        <p:spPr>
          <a:xfrm>
            <a:off x="4038600" y="6006546"/>
            <a:ext cx="4114800" cy="851453"/>
          </a:xfrm>
          <a:prstGeom prst="rect">
            <a:avLst/>
          </a:prstGeom>
        </p:spPr>
        <p:txBody>
          <a:bodyPr rtlCol="0"/>
          <a:lstStyle>
            <a:defPPr>
              <a:defRPr lang="ru-MO"/>
            </a:defPPr>
          </a:lstStyle>
          <a:p>
            <a:pPr rtl="0"/>
            <a:fld id="{294A09A9-5501-47C1-A89A-A340965A2BE2}" type="slidenum">
              <a:rPr lang="ru-RU" noProof="0" smtClean="0"/>
              <a:t>‹#›</a:t>
            </a:fld>
            <a:endParaRPr lang="ru-RU" noProof="0"/>
          </a:p>
        </p:txBody>
      </p:sp>
      <p:cxnSp>
        <p:nvCxnSpPr>
          <p:cNvPr id="5" name="Прямая соединительная линия 4">
            <a:extLst>
              <a:ext uri="{FF2B5EF4-FFF2-40B4-BE49-F238E27FC236}">
                <a16:creationId xmlns:a16="http://schemas.microsoft.com/office/drawing/2014/main" id="{C35C8AF3-79E7-17ED-9EB4-3006B31E422C}"/>
              </a:ext>
            </a:extLst>
          </p:cNvPr>
          <p:cNvCxnSpPr>
            <a:cxnSpLocks/>
          </p:cNvCxnSpPr>
          <p:nvPr userDrawn="1"/>
        </p:nvCxnSpPr>
        <p:spPr>
          <a:xfrm>
            <a:off x="5251048" y="868101"/>
            <a:ext cx="1689904" cy="0"/>
          </a:xfrm>
          <a:prstGeom prst="line">
            <a:avLst/>
          </a:prstGeom>
          <a:ln w="12700"/>
        </p:spPr>
        <p:style>
          <a:lnRef idx="1">
            <a:schemeClr val="dk1"/>
          </a:lnRef>
          <a:fillRef idx="0">
            <a:schemeClr val="dk1"/>
          </a:fillRef>
          <a:effectRef idx="0">
            <a:schemeClr val="dk1"/>
          </a:effectRef>
          <a:fontRef idx="minor">
            <a:schemeClr val="tx1"/>
          </a:fontRef>
        </p:style>
      </p:cxnSp>
      <p:cxnSp>
        <p:nvCxnSpPr>
          <p:cNvPr id="6" name="Прямая соединительная линия 5">
            <a:extLst>
              <a:ext uri="{FF2B5EF4-FFF2-40B4-BE49-F238E27FC236}">
                <a16:creationId xmlns:a16="http://schemas.microsoft.com/office/drawing/2014/main" id="{875A76CC-ED26-C4F7-5AB6-59D1A4C4A7F2}"/>
              </a:ext>
            </a:extLst>
          </p:cNvPr>
          <p:cNvCxnSpPr>
            <a:cxnSpLocks/>
          </p:cNvCxnSpPr>
          <p:nvPr userDrawn="1"/>
        </p:nvCxnSpPr>
        <p:spPr>
          <a:xfrm>
            <a:off x="5251048" y="5995687"/>
            <a:ext cx="1689904" cy="0"/>
          </a:xfrm>
          <a:prstGeom prst="line">
            <a:avLst/>
          </a:prstGeom>
          <a:ln w="12700"/>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44188896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Заключение">
    <p:spTree>
      <p:nvGrpSpPr>
        <p:cNvPr id="1" name=""/>
        <p:cNvGrpSpPr/>
        <p:nvPr/>
      </p:nvGrpSpPr>
      <p:grpSpPr>
        <a:xfrm>
          <a:off x="0" y="0"/>
          <a:ext cx="0" cy="0"/>
          <a:chOff x="0" y="0"/>
          <a:chExt cx="0" cy="0"/>
        </a:xfrm>
      </p:grpSpPr>
      <p:pic>
        <p:nvPicPr>
          <p:cNvPr id="3" name="Рисунок 2">
            <a:extLst>
              <a:ext uri="{FF2B5EF4-FFF2-40B4-BE49-F238E27FC236}">
                <a16:creationId xmlns:a16="http://schemas.microsoft.com/office/drawing/2014/main" id="{B79AFB71-7F33-280E-7877-06F4AFFF063A}"/>
              </a:ext>
            </a:extLst>
          </p:cNvPr>
          <p:cNvPicPr>
            <a:picLocks noChangeAspect="1"/>
          </p:cNvPicPr>
          <p:nvPr userDrawn="1"/>
        </p:nvPicPr>
        <p:blipFill>
          <a:blip r:embed="rId2"/>
          <a:srcRect/>
          <a:stretch/>
        </p:blipFill>
        <p:spPr>
          <a:xfrm>
            <a:off x="0" y="0"/>
            <a:ext cx="12192000" cy="6858000"/>
          </a:xfrm>
          <a:prstGeom prst="rect">
            <a:avLst/>
          </a:prstGeom>
        </p:spPr>
      </p:pic>
      <p:sp>
        <p:nvSpPr>
          <p:cNvPr id="6" name="Заголовок 1">
            <a:extLst>
              <a:ext uri="{FF2B5EF4-FFF2-40B4-BE49-F238E27FC236}">
                <a16:creationId xmlns:a16="http://schemas.microsoft.com/office/drawing/2014/main" id="{10B0FF2F-3458-EA78-83DC-46FB2E5CE154}"/>
              </a:ext>
            </a:extLst>
          </p:cNvPr>
          <p:cNvSpPr>
            <a:spLocks noGrp="1"/>
          </p:cNvSpPr>
          <p:nvPr>
            <p:ph type="ctrTitle" hasCustomPrompt="1"/>
          </p:nvPr>
        </p:nvSpPr>
        <p:spPr>
          <a:xfrm>
            <a:off x="1078992" y="1956816"/>
            <a:ext cx="10040112" cy="2387600"/>
          </a:xfrm>
        </p:spPr>
        <p:txBody>
          <a:bodyPr rtlCol="0" anchor="t">
            <a:noAutofit/>
          </a:bodyPr>
          <a:lstStyle>
            <a:lvl1pPr algn="l">
              <a:defRPr lang="ru-MO" sz="9600" spc="300" baseline="0">
                <a:ln w="28575">
                  <a:solidFill>
                    <a:schemeClr val="tx1"/>
                  </a:solidFill>
                </a:ln>
                <a:noFill/>
              </a:defRPr>
            </a:lvl1pPr>
          </a:lstStyle>
          <a:p>
            <a:pPr rtl="0"/>
            <a:r>
              <a:rPr lang="ru-RU" noProof="0"/>
              <a:t>СТИЛЬ ОБРАЗЦА ЗАГОЛОВКА</a:t>
            </a:r>
          </a:p>
        </p:txBody>
      </p:sp>
      <p:sp>
        <p:nvSpPr>
          <p:cNvPr id="10" name="Подзаголовок 2">
            <a:extLst>
              <a:ext uri="{FF2B5EF4-FFF2-40B4-BE49-F238E27FC236}">
                <a16:creationId xmlns:a16="http://schemas.microsoft.com/office/drawing/2014/main" id="{DC93615E-193E-5253-6EE0-EC01791E3A3A}"/>
              </a:ext>
            </a:extLst>
          </p:cNvPr>
          <p:cNvSpPr>
            <a:spLocks noGrp="1"/>
          </p:cNvSpPr>
          <p:nvPr>
            <p:ph type="subTitle" idx="1"/>
          </p:nvPr>
        </p:nvSpPr>
        <p:spPr>
          <a:xfrm>
            <a:off x="1078992" y="3483864"/>
            <a:ext cx="10040112" cy="1280160"/>
          </a:xfrm>
        </p:spPr>
        <p:txBody>
          <a:bodyPr rtlCol="0"/>
          <a:lstStyle>
            <a:lvl1pPr marL="0" indent="0" algn="l">
              <a:buNone/>
              <a:defRPr lang="ru-MO" sz="2400" b="1" baseline="0">
                <a:latin typeface="+mn-lt"/>
              </a:defRPr>
            </a:lvl1pPr>
            <a:lvl2pPr marL="457200" indent="0" algn="ctr">
              <a:buNone/>
              <a:defRPr lang="ru-MO" sz="2000"/>
            </a:lvl2pPr>
            <a:lvl3pPr marL="914400" indent="0" algn="ctr">
              <a:buNone/>
              <a:defRPr lang="ru-MO" sz="1800"/>
            </a:lvl3pPr>
            <a:lvl4pPr marL="1371600" indent="0" algn="ctr">
              <a:buNone/>
              <a:defRPr lang="ru-MO" sz="1600"/>
            </a:lvl4pPr>
            <a:lvl5pPr marL="1828800" indent="0" algn="ctr">
              <a:buNone/>
              <a:defRPr lang="ru-MO" sz="1600"/>
            </a:lvl5pPr>
            <a:lvl6pPr marL="2286000" indent="0" algn="ctr">
              <a:buNone/>
              <a:defRPr lang="ru-MO" sz="1600"/>
            </a:lvl6pPr>
            <a:lvl7pPr marL="2743200" indent="0" algn="ctr">
              <a:buNone/>
              <a:defRPr lang="ru-MO" sz="1600"/>
            </a:lvl7pPr>
            <a:lvl8pPr marL="3200400" indent="0" algn="ctr">
              <a:buNone/>
              <a:defRPr lang="ru-MO" sz="1600"/>
            </a:lvl8pPr>
            <a:lvl9pPr marL="3657600" indent="0" algn="ctr">
              <a:buNone/>
              <a:defRPr lang="ru-MO" sz="1600"/>
            </a:lvl9pPr>
          </a:lstStyle>
          <a:p>
            <a:pPr rtl="0"/>
            <a:r>
              <a:rPr lang="ru-RU" noProof="0"/>
              <a:t>Образец подзаголовка</a:t>
            </a:r>
          </a:p>
        </p:txBody>
      </p:sp>
    </p:spTree>
    <p:extLst>
      <p:ext uri="{BB962C8B-B14F-4D97-AF65-F5344CB8AC3E}">
        <p14:creationId xmlns:p14="http://schemas.microsoft.com/office/powerpoint/2010/main" val="234035592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Только заголовок">
    <p:spTree>
      <p:nvGrpSpPr>
        <p:cNvPr id="1" name=""/>
        <p:cNvGrpSpPr/>
        <p:nvPr/>
      </p:nvGrpSpPr>
      <p:grpSpPr>
        <a:xfrm>
          <a:off x="0" y="0"/>
          <a:ext cx="0" cy="0"/>
          <a:chOff x="0" y="0"/>
          <a:chExt cx="0" cy="0"/>
        </a:xfrm>
      </p:grpSpPr>
      <p:sp>
        <p:nvSpPr>
          <p:cNvPr id="3" name="Нижний колонтитул 2">
            <a:extLst>
              <a:ext uri="{FF2B5EF4-FFF2-40B4-BE49-F238E27FC236}">
                <a16:creationId xmlns:a16="http://schemas.microsoft.com/office/drawing/2014/main" id="{7AC6CA6E-C1AB-4B24-80C7-A4B12640BE6F}"/>
              </a:ext>
            </a:extLst>
          </p:cNvPr>
          <p:cNvSpPr>
            <a:spLocks noGrp="1"/>
          </p:cNvSpPr>
          <p:nvPr>
            <p:ph type="ftr" sz="quarter" idx="11"/>
          </p:nvPr>
        </p:nvSpPr>
        <p:spPr>
          <a:xfrm>
            <a:off x="4038600" y="11575"/>
            <a:ext cx="4114800" cy="856526"/>
          </a:xfrm>
          <a:prstGeom prst="rect">
            <a:avLst/>
          </a:prstGeom>
        </p:spPr>
        <p:txBody>
          <a:bodyPr rtlCol="0"/>
          <a:lstStyle>
            <a:defPPr>
              <a:defRPr lang="ru-MO"/>
            </a:defPPr>
          </a:lstStyle>
          <a:p>
            <a:pPr rtl="0"/>
            <a:r>
              <a:rPr lang="ru-RU" noProof="0"/>
              <a:t>ЗАГОЛОВОК ПРЕЗЕНТАЦИИ</a:t>
            </a:r>
          </a:p>
        </p:txBody>
      </p:sp>
      <p:sp>
        <p:nvSpPr>
          <p:cNvPr id="4" name="Номер слайда 3">
            <a:extLst>
              <a:ext uri="{FF2B5EF4-FFF2-40B4-BE49-F238E27FC236}">
                <a16:creationId xmlns:a16="http://schemas.microsoft.com/office/drawing/2014/main" id="{4F5EFB41-7AD3-4519-95E7-416BFA1AECAB}"/>
              </a:ext>
            </a:extLst>
          </p:cNvPr>
          <p:cNvSpPr>
            <a:spLocks noGrp="1"/>
          </p:cNvSpPr>
          <p:nvPr>
            <p:ph type="sldNum" sz="quarter" idx="12"/>
          </p:nvPr>
        </p:nvSpPr>
        <p:spPr>
          <a:xfrm>
            <a:off x="4038600" y="6006546"/>
            <a:ext cx="4114800" cy="851453"/>
          </a:xfrm>
          <a:prstGeom prst="rect">
            <a:avLst/>
          </a:prstGeom>
        </p:spPr>
        <p:txBody>
          <a:bodyPr rtlCol="0"/>
          <a:lstStyle>
            <a:defPPr>
              <a:defRPr lang="ru-MO"/>
            </a:defPPr>
          </a:lstStyle>
          <a:p>
            <a:pPr rtl="0"/>
            <a:fld id="{294A09A9-5501-47C1-A89A-A340965A2BE2}" type="slidenum">
              <a:rPr lang="ru-RU" noProof="0" smtClean="0"/>
              <a:t>‹#›</a:t>
            </a:fld>
            <a:endParaRPr lang="ru-RU" noProof="0"/>
          </a:p>
        </p:txBody>
      </p:sp>
      <p:cxnSp>
        <p:nvCxnSpPr>
          <p:cNvPr id="5" name="Прямая соединительная линия 4">
            <a:extLst>
              <a:ext uri="{FF2B5EF4-FFF2-40B4-BE49-F238E27FC236}">
                <a16:creationId xmlns:a16="http://schemas.microsoft.com/office/drawing/2014/main" id="{C35C8AF3-79E7-17ED-9EB4-3006B31E422C}"/>
              </a:ext>
            </a:extLst>
          </p:cNvPr>
          <p:cNvCxnSpPr>
            <a:cxnSpLocks/>
          </p:cNvCxnSpPr>
          <p:nvPr userDrawn="1"/>
        </p:nvCxnSpPr>
        <p:spPr>
          <a:xfrm>
            <a:off x="5251048" y="868101"/>
            <a:ext cx="1689904" cy="0"/>
          </a:xfrm>
          <a:prstGeom prst="line">
            <a:avLst/>
          </a:prstGeom>
          <a:ln w="12700"/>
        </p:spPr>
        <p:style>
          <a:lnRef idx="1">
            <a:schemeClr val="dk1"/>
          </a:lnRef>
          <a:fillRef idx="0">
            <a:schemeClr val="dk1"/>
          </a:fillRef>
          <a:effectRef idx="0">
            <a:schemeClr val="dk1"/>
          </a:effectRef>
          <a:fontRef idx="minor">
            <a:schemeClr val="tx1"/>
          </a:fontRef>
        </p:style>
      </p:cxnSp>
      <p:cxnSp>
        <p:nvCxnSpPr>
          <p:cNvPr id="6" name="Прямая соединительная линия 5">
            <a:extLst>
              <a:ext uri="{FF2B5EF4-FFF2-40B4-BE49-F238E27FC236}">
                <a16:creationId xmlns:a16="http://schemas.microsoft.com/office/drawing/2014/main" id="{875A76CC-ED26-C4F7-5AB6-59D1A4C4A7F2}"/>
              </a:ext>
            </a:extLst>
          </p:cNvPr>
          <p:cNvCxnSpPr>
            <a:cxnSpLocks/>
          </p:cNvCxnSpPr>
          <p:nvPr userDrawn="1"/>
        </p:nvCxnSpPr>
        <p:spPr>
          <a:xfrm>
            <a:off x="5251048" y="5995687"/>
            <a:ext cx="1689904" cy="0"/>
          </a:xfrm>
          <a:prstGeom prst="line">
            <a:avLst/>
          </a:prstGeom>
          <a:ln w="12700"/>
        </p:spPr>
        <p:style>
          <a:lnRef idx="1">
            <a:schemeClr val="dk1"/>
          </a:lnRef>
          <a:fillRef idx="0">
            <a:schemeClr val="dk1"/>
          </a:fillRef>
          <a:effectRef idx="0">
            <a:schemeClr val="dk1"/>
          </a:effectRef>
          <a:fontRef idx="minor">
            <a:schemeClr val="tx1"/>
          </a:fontRef>
        </p:style>
      </p:cxnSp>
      <p:sp>
        <p:nvSpPr>
          <p:cNvPr id="2" name="Заголовок 1">
            <a:extLst>
              <a:ext uri="{FF2B5EF4-FFF2-40B4-BE49-F238E27FC236}">
                <a16:creationId xmlns:a16="http://schemas.microsoft.com/office/drawing/2014/main" id="{3BDEDC48-AA67-6FC9-FF0E-CD3CB49A502F}"/>
              </a:ext>
            </a:extLst>
          </p:cNvPr>
          <p:cNvSpPr>
            <a:spLocks noGrp="1"/>
          </p:cNvSpPr>
          <p:nvPr>
            <p:ph type="title"/>
          </p:nvPr>
        </p:nvSpPr>
        <p:spPr>
          <a:xfrm>
            <a:off x="612648" y="868679"/>
            <a:ext cx="10972800" cy="1572768"/>
          </a:xfrm>
        </p:spPr>
        <p:txBody>
          <a:bodyPr lIns="91440" tIns="182880" rIns="91440" bIns="0" rtlCol="0"/>
          <a:lstStyle>
            <a:lvl1pPr algn="ctr">
              <a:lnSpc>
                <a:spcPct val="90000"/>
              </a:lnSpc>
              <a:defRPr lang="ru-MO" sz="4800" spc="400" baseline="0"/>
            </a:lvl1pPr>
          </a:lstStyle>
          <a:p>
            <a:pPr rtl="0"/>
            <a:r>
              <a:rPr lang="ru-RU" noProof="0"/>
              <a:t>Образец заголовка</a:t>
            </a:r>
          </a:p>
        </p:txBody>
      </p:sp>
    </p:spTree>
    <p:extLst>
      <p:ext uri="{BB962C8B-B14F-4D97-AF65-F5344CB8AC3E}">
        <p14:creationId xmlns:p14="http://schemas.microsoft.com/office/powerpoint/2010/main" val="287510722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Пустой слайд">
    <p:spTree>
      <p:nvGrpSpPr>
        <p:cNvPr id="1" name=""/>
        <p:cNvGrpSpPr/>
        <p:nvPr/>
      </p:nvGrpSpPr>
      <p:grpSpPr>
        <a:xfrm>
          <a:off x="0" y="0"/>
          <a:ext cx="0" cy="0"/>
          <a:chOff x="0" y="0"/>
          <a:chExt cx="0" cy="0"/>
        </a:xfrm>
      </p:grpSpPr>
    </p:spTree>
    <p:extLst>
      <p:ext uri="{BB962C8B-B14F-4D97-AF65-F5344CB8AC3E}">
        <p14:creationId xmlns:p14="http://schemas.microsoft.com/office/powerpoint/2010/main" val="229541858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Tx" preserve="1">
  <p:cSld name="Объект с подписью">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305BD6A3-F987-4FCC-A6EF-2EF0D33C0888}"/>
              </a:ext>
            </a:extLst>
          </p:cNvPr>
          <p:cNvSpPr>
            <a:spLocks noGrp="1"/>
          </p:cNvSpPr>
          <p:nvPr>
            <p:ph type="title"/>
          </p:nvPr>
        </p:nvSpPr>
        <p:spPr>
          <a:xfrm>
            <a:off x="839788" y="457200"/>
            <a:ext cx="3932237" cy="1600200"/>
          </a:xfrm>
        </p:spPr>
        <p:txBody>
          <a:bodyPr rtlCol="0" anchor="b"/>
          <a:lstStyle>
            <a:lvl1pPr>
              <a:defRPr lang="ru-MO" sz="3200">
                <a:latin typeface="+mj-lt"/>
              </a:defRPr>
            </a:lvl1pPr>
          </a:lstStyle>
          <a:p>
            <a:pPr rtl="0"/>
            <a:r>
              <a:rPr lang="ru-RU" noProof="0"/>
              <a:t>Образец заголовка</a:t>
            </a:r>
          </a:p>
        </p:txBody>
      </p:sp>
      <p:sp>
        <p:nvSpPr>
          <p:cNvPr id="3" name="Объект 2">
            <a:extLst>
              <a:ext uri="{FF2B5EF4-FFF2-40B4-BE49-F238E27FC236}">
                <a16:creationId xmlns:a16="http://schemas.microsoft.com/office/drawing/2014/main" id="{4C3F06A0-63CE-4272-B90E-4F20296BFBEB}"/>
              </a:ext>
            </a:extLst>
          </p:cNvPr>
          <p:cNvSpPr>
            <a:spLocks noGrp="1"/>
          </p:cNvSpPr>
          <p:nvPr>
            <p:ph idx="1" hasCustomPrompt="1"/>
          </p:nvPr>
        </p:nvSpPr>
        <p:spPr>
          <a:xfrm>
            <a:off x="5183188" y="987425"/>
            <a:ext cx="6172200" cy="4873625"/>
          </a:xfrm>
        </p:spPr>
        <p:txBody>
          <a:bodyPr rtlCol="0"/>
          <a:lstStyle>
            <a:lvl1pPr>
              <a:defRPr lang="ru-MO" sz="3200"/>
            </a:lvl1pPr>
            <a:lvl2pPr>
              <a:defRPr lang="ru-MO" sz="2800"/>
            </a:lvl2pPr>
            <a:lvl3pPr>
              <a:defRPr lang="ru-MO" sz="2400"/>
            </a:lvl3pPr>
            <a:lvl4pPr>
              <a:defRPr lang="ru-MO" sz="2000"/>
            </a:lvl4pPr>
            <a:lvl5pPr>
              <a:defRPr lang="ru-MO" sz="2000"/>
            </a:lvl5pPr>
            <a:lvl6pPr>
              <a:defRPr lang="ru-MO" sz="2000"/>
            </a:lvl6pPr>
            <a:lvl7pPr>
              <a:defRPr lang="ru-MO" sz="2000"/>
            </a:lvl7pPr>
            <a:lvl8pPr>
              <a:defRPr lang="ru-MO" sz="2000"/>
            </a:lvl8pPr>
            <a:lvl9pPr>
              <a:defRPr lang="ru-MO" sz="2000"/>
            </a:lvl9pPr>
          </a:lstStyle>
          <a:p>
            <a:pPr lvl="0" rtl="0"/>
            <a:r>
              <a:rPr lang="ru-RU" noProof="0"/>
              <a:t>Щелкните, чтобы изменить стили текста образца слайда</a:t>
            </a:r>
          </a:p>
          <a:p>
            <a:pPr lvl="1" rtl="0"/>
            <a:r>
              <a:rPr lang="ru-RU" noProof="0"/>
              <a:t>Второй уровень</a:t>
            </a:r>
          </a:p>
          <a:p>
            <a:pPr lvl="2" rtl="0"/>
            <a:r>
              <a:rPr lang="ru-RU" noProof="0"/>
              <a:t>Третий уровень</a:t>
            </a:r>
          </a:p>
          <a:p>
            <a:pPr lvl="3" rtl="0"/>
            <a:r>
              <a:rPr lang="ru-RU" noProof="0"/>
              <a:t>Четвертый уровень</a:t>
            </a:r>
          </a:p>
          <a:p>
            <a:pPr lvl="4" rtl="0"/>
            <a:r>
              <a:rPr lang="ru-RU" noProof="0"/>
              <a:t>Пятый уровень</a:t>
            </a:r>
          </a:p>
        </p:txBody>
      </p:sp>
      <p:sp>
        <p:nvSpPr>
          <p:cNvPr id="4" name="Текст 3">
            <a:extLst>
              <a:ext uri="{FF2B5EF4-FFF2-40B4-BE49-F238E27FC236}">
                <a16:creationId xmlns:a16="http://schemas.microsoft.com/office/drawing/2014/main" id="{08467220-06E3-427A-B4D3-9B0030E09DBB}"/>
              </a:ext>
            </a:extLst>
          </p:cNvPr>
          <p:cNvSpPr>
            <a:spLocks noGrp="1"/>
          </p:cNvSpPr>
          <p:nvPr>
            <p:ph type="body" sz="half" idx="2" hasCustomPrompt="1"/>
          </p:nvPr>
        </p:nvSpPr>
        <p:spPr>
          <a:xfrm>
            <a:off x="839788" y="2057400"/>
            <a:ext cx="3932237" cy="3811588"/>
          </a:xfrm>
        </p:spPr>
        <p:txBody>
          <a:bodyPr rtlCol="0"/>
          <a:lstStyle>
            <a:lvl1pPr marL="0" indent="0">
              <a:buNone/>
              <a:defRPr lang="ru-MO" sz="1600"/>
            </a:lvl1pPr>
            <a:lvl2pPr marL="457200" indent="0">
              <a:buNone/>
              <a:defRPr lang="ru-MO" sz="1400"/>
            </a:lvl2pPr>
            <a:lvl3pPr marL="914400" indent="0">
              <a:buNone/>
              <a:defRPr lang="ru-MO" sz="1200"/>
            </a:lvl3pPr>
            <a:lvl4pPr marL="1371600" indent="0">
              <a:buNone/>
              <a:defRPr lang="ru-MO" sz="1000"/>
            </a:lvl4pPr>
            <a:lvl5pPr marL="1828800" indent="0">
              <a:buNone/>
              <a:defRPr lang="ru-MO" sz="1000"/>
            </a:lvl5pPr>
            <a:lvl6pPr marL="2286000" indent="0">
              <a:buNone/>
              <a:defRPr lang="ru-MO" sz="1000"/>
            </a:lvl6pPr>
            <a:lvl7pPr marL="2743200" indent="0">
              <a:buNone/>
              <a:defRPr lang="ru-MO" sz="1000"/>
            </a:lvl7pPr>
            <a:lvl8pPr marL="3200400" indent="0">
              <a:buNone/>
              <a:defRPr lang="ru-MO" sz="1000"/>
            </a:lvl8pPr>
            <a:lvl9pPr marL="3657600" indent="0">
              <a:buNone/>
              <a:defRPr lang="ru-MO" sz="1000"/>
            </a:lvl9pPr>
          </a:lstStyle>
          <a:p>
            <a:pPr lvl="0" rtl="0"/>
            <a:r>
              <a:rPr lang="ru-RU" noProof="0"/>
              <a:t>Щелкните, чтобы изменить стили текста образца слайда</a:t>
            </a:r>
          </a:p>
        </p:txBody>
      </p:sp>
      <p:sp>
        <p:nvSpPr>
          <p:cNvPr id="6" name="Нижний колонтитул 5">
            <a:extLst>
              <a:ext uri="{FF2B5EF4-FFF2-40B4-BE49-F238E27FC236}">
                <a16:creationId xmlns:a16="http://schemas.microsoft.com/office/drawing/2014/main" id="{F5AEF53B-C85C-47DB-ADE4-C1D9FA682945}"/>
              </a:ext>
            </a:extLst>
          </p:cNvPr>
          <p:cNvSpPr>
            <a:spLocks noGrp="1"/>
          </p:cNvSpPr>
          <p:nvPr>
            <p:ph type="ftr" sz="quarter" idx="11"/>
          </p:nvPr>
        </p:nvSpPr>
        <p:spPr>
          <a:xfrm>
            <a:off x="4038600" y="11575"/>
            <a:ext cx="4114800" cy="856526"/>
          </a:xfrm>
          <a:prstGeom prst="rect">
            <a:avLst/>
          </a:prstGeom>
        </p:spPr>
        <p:txBody>
          <a:bodyPr rtlCol="0"/>
          <a:lstStyle>
            <a:defPPr>
              <a:defRPr lang="ru-MO"/>
            </a:defPPr>
          </a:lstStyle>
          <a:p>
            <a:pPr rtl="0"/>
            <a:r>
              <a:rPr lang="ru-RU" noProof="0"/>
              <a:t>ЗАГОЛОВОК ПРЕЗЕНТАЦИИ</a:t>
            </a:r>
          </a:p>
        </p:txBody>
      </p:sp>
      <p:sp>
        <p:nvSpPr>
          <p:cNvPr id="7" name="Номер слайда 6">
            <a:extLst>
              <a:ext uri="{FF2B5EF4-FFF2-40B4-BE49-F238E27FC236}">
                <a16:creationId xmlns:a16="http://schemas.microsoft.com/office/drawing/2014/main" id="{DFD4FD38-14E5-4C36-B948-8BF3F794ED8C}"/>
              </a:ext>
            </a:extLst>
          </p:cNvPr>
          <p:cNvSpPr>
            <a:spLocks noGrp="1"/>
          </p:cNvSpPr>
          <p:nvPr>
            <p:ph type="sldNum" sz="quarter" idx="12"/>
          </p:nvPr>
        </p:nvSpPr>
        <p:spPr>
          <a:xfrm>
            <a:off x="4038600" y="6006546"/>
            <a:ext cx="4114800" cy="851453"/>
          </a:xfrm>
          <a:prstGeom prst="rect">
            <a:avLst/>
          </a:prstGeom>
        </p:spPr>
        <p:txBody>
          <a:bodyPr rtlCol="0"/>
          <a:lstStyle>
            <a:defPPr>
              <a:defRPr lang="ru-MO"/>
            </a:defPPr>
          </a:lstStyle>
          <a:p>
            <a:pPr rtl="0"/>
            <a:fld id="{294A09A9-5501-47C1-A89A-A340965A2BE2}" type="slidenum">
              <a:rPr lang="ru-RU" noProof="0" smtClean="0"/>
              <a:t>‹#›</a:t>
            </a:fld>
            <a:endParaRPr lang="ru-RU" noProof="0"/>
          </a:p>
        </p:txBody>
      </p:sp>
      <p:cxnSp>
        <p:nvCxnSpPr>
          <p:cNvPr id="8" name="Прямая соединительная линия 7">
            <a:extLst>
              <a:ext uri="{FF2B5EF4-FFF2-40B4-BE49-F238E27FC236}">
                <a16:creationId xmlns:a16="http://schemas.microsoft.com/office/drawing/2014/main" id="{5754AE8D-13E4-BDDA-7C36-A9E08FD0A0E8}"/>
              </a:ext>
            </a:extLst>
          </p:cNvPr>
          <p:cNvCxnSpPr>
            <a:cxnSpLocks/>
          </p:cNvCxnSpPr>
          <p:nvPr userDrawn="1"/>
        </p:nvCxnSpPr>
        <p:spPr>
          <a:xfrm>
            <a:off x="5251048" y="868101"/>
            <a:ext cx="1689904" cy="0"/>
          </a:xfrm>
          <a:prstGeom prst="line">
            <a:avLst/>
          </a:prstGeom>
          <a:ln w="12700"/>
        </p:spPr>
        <p:style>
          <a:lnRef idx="1">
            <a:schemeClr val="dk1"/>
          </a:lnRef>
          <a:fillRef idx="0">
            <a:schemeClr val="dk1"/>
          </a:fillRef>
          <a:effectRef idx="0">
            <a:schemeClr val="dk1"/>
          </a:effectRef>
          <a:fontRef idx="minor">
            <a:schemeClr val="tx1"/>
          </a:fontRef>
        </p:style>
      </p:cxnSp>
      <p:cxnSp>
        <p:nvCxnSpPr>
          <p:cNvPr id="9" name="Прямая соединительная линия 8">
            <a:extLst>
              <a:ext uri="{FF2B5EF4-FFF2-40B4-BE49-F238E27FC236}">
                <a16:creationId xmlns:a16="http://schemas.microsoft.com/office/drawing/2014/main" id="{6CE37136-8479-8CDC-7EEB-030C1A8151EF}"/>
              </a:ext>
            </a:extLst>
          </p:cNvPr>
          <p:cNvCxnSpPr>
            <a:cxnSpLocks/>
          </p:cNvCxnSpPr>
          <p:nvPr userDrawn="1"/>
        </p:nvCxnSpPr>
        <p:spPr>
          <a:xfrm>
            <a:off x="5251048" y="5995687"/>
            <a:ext cx="1689904" cy="0"/>
          </a:xfrm>
          <a:prstGeom prst="line">
            <a:avLst/>
          </a:prstGeom>
          <a:ln w="12700"/>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79920054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picTx" preserve="1">
  <p:cSld name="Рисунок с подписью">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DF308F2A-1C19-4116-80DF-E24EDDF283FF}"/>
              </a:ext>
            </a:extLst>
          </p:cNvPr>
          <p:cNvSpPr>
            <a:spLocks noGrp="1"/>
          </p:cNvSpPr>
          <p:nvPr>
            <p:ph type="title"/>
          </p:nvPr>
        </p:nvSpPr>
        <p:spPr>
          <a:xfrm>
            <a:off x="839788" y="457200"/>
            <a:ext cx="3932237" cy="1600200"/>
          </a:xfrm>
        </p:spPr>
        <p:txBody>
          <a:bodyPr rtlCol="0" anchor="b"/>
          <a:lstStyle>
            <a:lvl1pPr>
              <a:defRPr lang="ru-MO" sz="3200">
                <a:latin typeface="+mj-lt"/>
              </a:defRPr>
            </a:lvl1pPr>
          </a:lstStyle>
          <a:p>
            <a:pPr rtl="0"/>
            <a:r>
              <a:rPr lang="ru-RU" noProof="0"/>
              <a:t>Образец заголовка</a:t>
            </a:r>
          </a:p>
        </p:txBody>
      </p:sp>
      <p:sp>
        <p:nvSpPr>
          <p:cNvPr id="3" name="Рисунок 2">
            <a:extLst>
              <a:ext uri="{FF2B5EF4-FFF2-40B4-BE49-F238E27FC236}">
                <a16:creationId xmlns:a16="http://schemas.microsoft.com/office/drawing/2014/main" id="{08A489A7-7CA6-4CC9-B634-FCB2E102C6B9}"/>
              </a:ext>
            </a:extLst>
          </p:cNvPr>
          <p:cNvSpPr>
            <a:spLocks noGrp="1"/>
          </p:cNvSpPr>
          <p:nvPr>
            <p:ph type="pic" idx="1"/>
          </p:nvPr>
        </p:nvSpPr>
        <p:spPr>
          <a:xfrm>
            <a:off x="5183188" y="987425"/>
            <a:ext cx="6172200" cy="4873625"/>
          </a:xfrm>
        </p:spPr>
        <p:txBody>
          <a:bodyPr rtlCol="0"/>
          <a:lstStyle>
            <a:lvl1pPr marL="0" indent="0">
              <a:buNone/>
              <a:defRPr lang="ru-MO" sz="3200"/>
            </a:lvl1pPr>
            <a:lvl2pPr marL="457200" indent="0">
              <a:buNone/>
              <a:defRPr lang="ru-MO" sz="2800"/>
            </a:lvl2pPr>
            <a:lvl3pPr marL="914400" indent="0">
              <a:buNone/>
              <a:defRPr lang="ru-MO" sz="2400"/>
            </a:lvl3pPr>
            <a:lvl4pPr marL="1371600" indent="0">
              <a:buNone/>
              <a:defRPr lang="ru-MO" sz="2000"/>
            </a:lvl4pPr>
            <a:lvl5pPr marL="1828800" indent="0">
              <a:buNone/>
              <a:defRPr lang="ru-MO" sz="2000"/>
            </a:lvl5pPr>
            <a:lvl6pPr marL="2286000" indent="0">
              <a:buNone/>
              <a:defRPr lang="ru-MO" sz="2000"/>
            </a:lvl6pPr>
            <a:lvl7pPr marL="2743200" indent="0">
              <a:buNone/>
              <a:defRPr lang="ru-MO" sz="2000"/>
            </a:lvl7pPr>
            <a:lvl8pPr marL="3200400" indent="0">
              <a:buNone/>
              <a:defRPr lang="ru-MO" sz="2000"/>
            </a:lvl8pPr>
            <a:lvl9pPr marL="3657600" indent="0">
              <a:buNone/>
              <a:defRPr lang="ru-MO" sz="2000"/>
            </a:lvl9pPr>
          </a:lstStyle>
          <a:p>
            <a:pPr rtl="0"/>
            <a:r>
              <a:rPr lang="ru-RU" noProof="0"/>
              <a:t>Вставка рисунка</a:t>
            </a:r>
          </a:p>
        </p:txBody>
      </p:sp>
      <p:sp>
        <p:nvSpPr>
          <p:cNvPr id="4" name="Текст 3">
            <a:extLst>
              <a:ext uri="{FF2B5EF4-FFF2-40B4-BE49-F238E27FC236}">
                <a16:creationId xmlns:a16="http://schemas.microsoft.com/office/drawing/2014/main" id="{7DF5F80D-1DB9-4E0A-8F68-924FC1C9C3BA}"/>
              </a:ext>
            </a:extLst>
          </p:cNvPr>
          <p:cNvSpPr>
            <a:spLocks noGrp="1"/>
          </p:cNvSpPr>
          <p:nvPr>
            <p:ph type="body" sz="half" idx="2" hasCustomPrompt="1"/>
          </p:nvPr>
        </p:nvSpPr>
        <p:spPr>
          <a:xfrm>
            <a:off x="839788" y="2057400"/>
            <a:ext cx="3932237" cy="3811588"/>
          </a:xfrm>
        </p:spPr>
        <p:txBody>
          <a:bodyPr rtlCol="0"/>
          <a:lstStyle>
            <a:lvl1pPr marL="0" indent="0">
              <a:buNone/>
              <a:defRPr lang="ru-MO" sz="1600"/>
            </a:lvl1pPr>
            <a:lvl2pPr marL="457200" indent="0">
              <a:buNone/>
              <a:defRPr lang="ru-MO" sz="1400"/>
            </a:lvl2pPr>
            <a:lvl3pPr marL="914400" indent="0">
              <a:buNone/>
              <a:defRPr lang="ru-MO" sz="1200"/>
            </a:lvl3pPr>
            <a:lvl4pPr marL="1371600" indent="0">
              <a:buNone/>
              <a:defRPr lang="ru-MO" sz="1000"/>
            </a:lvl4pPr>
            <a:lvl5pPr marL="1828800" indent="0">
              <a:buNone/>
              <a:defRPr lang="ru-MO" sz="1000"/>
            </a:lvl5pPr>
            <a:lvl6pPr marL="2286000" indent="0">
              <a:buNone/>
              <a:defRPr lang="ru-MO" sz="1000"/>
            </a:lvl6pPr>
            <a:lvl7pPr marL="2743200" indent="0">
              <a:buNone/>
              <a:defRPr lang="ru-MO" sz="1000"/>
            </a:lvl7pPr>
            <a:lvl8pPr marL="3200400" indent="0">
              <a:buNone/>
              <a:defRPr lang="ru-MO" sz="1000"/>
            </a:lvl8pPr>
            <a:lvl9pPr marL="3657600" indent="0">
              <a:buNone/>
              <a:defRPr lang="ru-MO" sz="1000"/>
            </a:lvl9pPr>
          </a:lstStyle>
          <a:p>
            <a:pPr lvl="0" rtl="0"/>
            <a:r>
              <a:rPr lang="ru-RU" noProof="0"/>
              <a:t>Щелкните, чтобы изменить стили текста образца слайда</a:t>
            </a:r>
          </a:p>
        </p:txBody>
      </p:sp>
      <p:sp>
        <p:nvSpPr>
          <p:cNvPr id="6" name="Нижний колонтитул 5">
            <a:extLst>
              <a:ext uri="{FF2B5EF4-FFF2-40B4-BE49-F238E27FC236}">
                <a16:creationId xmlns:a16="http://schemas.microsoft.com/office/drawing/2014/main" id="{08DA4DA3-10C7-48A6-9B15-38222B8CAD42}"/>
              </a:ext>
            </a:extLst>
          </p:cNvPr>
          <p:cNvSpPr>
            <a:spLocks noGrp="1"/>
          </p:cNvSpPr>
          <p:nvPr>
            <p:ph type="ftr" sz="quarter" idx="11"/>
          </p:nvPr>
        </p:nvSpPr>
        <p:spPr>
          <a:xfrm>
            <a:off x="4038600" y="11575"/>
            <a:ext cx="4114800" cy="856526"/>
          </a:xfrm>
          <a:prstGeom prst="rect">
            <a:avLst/>
          </a:prstGeom>
        </p:spPr>
        <p:txBody>
          <a:bodyPr rtlCol="0"/>
          <a:lstStyle>
            <a:defPPr>
              <a:defRPr lang="ru-MO"/>
            </a:defPPr>
          </a:lstStyle>
          <a:p>
            <a:pPr rtl="0"/>
            <a:r>
              <a:rPr lang="ru-RU" noProof="0"/>
              <a:t>ЗАГОЛОВОК ПРЕЗЕНТАЦИИ</a:t>
            </a:r>
          </a:p>
        </p:txBody>
      </p:sp>
      <p:sp>
        <p:nvSpPr>
          <p:cNvPr id="7" name="Номер слайда 6">
            <a:extLst>
              <a:ext uri="{FF2B5EF4-FFF2-40B4-BE49-F238E27FC236}">
                <a16:creationId xmlns:a16="http://schemas.microsoft.com/office/drawing/2014/main" id="{E584E7EE-5B3B-427E-9807-020AEF8C7662}"/>
              </a:ext>
            </a:extLst>
          </p:cNvPr>
          <p:cNvSpPr>
            <a:spLocks noGrp="1"/>
          </p:cNvSpPr>
          <p:nvPr>
            <p:ph type="sldNum" sz="quarter" idx="12"/>
          </p:nvPr>
        </p:nvSpPr>
        <p:spPr>
          <a:xfrm>
            <a:off x="4038600" y="6006546"/>
            <a:ext cx="4114800" cy="851453"/>
          </a:xfrm>
          <a:prstGeom prst="rect">
            <a:avLst/>
          </a:prstGeom>
        </p:spPr>
        <p:txBody>
          <a:bodyPr rtlCol="0"/>
          <a:lstStyle>
            <a:defPPr>
              <a:defRPr lang="ru-MO"/>
            </a:defPPr>
          </a:lstStyle>
          <a:p>
            <a:pPr rtl="0"/>
            <a:fld id="{294A09A9-5501-47C1-A89A-A340965A2BE2}" type="slidenum">
              <a:rPr lang="ru-RU" noProof="0" smtClean="0"/>
              <a:t>‹#›</a:t>
            </a:fld>
            <a:endParaRPr lang="ru-RU" noProof="0"/>
          </a:p>
        </p:txBody>
      </p:sp>
      <p:cxnSp>
        <p:nvCxnSpPr>
          <p:cNvPr id="8" name="Прямая соединительная линия 7">
            <a:extLst>
              <a:ext uri="{FF2B5EF4-FFF2-40B4-BE49-F238E27FC236}">
                <a16:creationId xmlns:a16="http://schemas.microsoft.com/office/drawing/2014/main" id="{1DC6EFE9-BD9C-6124-823A-BD1C488321D2}"/>
              </a:ext>
            </a:extLst>
          </p:cNvPr>
          <p:cNvCxnSpPr>
            <a:cxnSpLocks/>
          </p:cNvCxnSpPr>
          <p:nvPr userDrawn="1"/>
        </p:nvCxnSpPr>
        <p:spPr>
          <a:xfrm>
            <a:off x="5251048" y="868101"/>
            <a:ext cx="1689904" cy="0"/>
          </a:xfrm>
          <a:prstGeom prst="line">
            <a:avLst/>
          </a:prstGeom>
          <a:ln w="12700"/>
        </p:spPr>
        <p:style>
          <a:lnRef idx="1">
            <a:schemeClr val="dk1"/>
          </a:lnRef>
          <a:fillRef idx="0">
            <a:schemeClr val="dk1"/>
          </a:fillRef>
          <a:effectRef idx="0">
            <a:schemeClr val="dk1"/>
          </a:effectRef>
          <a:fontRef idx="minor">
            <a:schemeClr val="tx1"/>
          </a:fontRef>
        </p:style>
      </p:cxnSp>
      <p:cxnSp>
        <p:nvCxnSpPr>
          <p:cNvPr id="9" name="Прямая соединительная линия 8">
            <a:extLst>
              <a:ext uri="{FF2B5EF4-FFF2-40B4-BE49-F238E27FC236}">
                <a16:creationId xmlns:a16="http://schemas.microsoft.com/office/drawing/2014/main" id="{21B53473-DF27-C657-627F-ED66976E076B}"/>
              </a:ext>
            </a:extLst>
          </p:cNvPr>
          <p:cNvCxnSpPr>
            <a:cxnSpLocks/>
          </p:cNvCxnSpPr>
          <p:nvPr userDrawn="1"/>
        </p:nvCxnSpPr>
        <p:spPr>
          <a:xfrm>
            <a:off x="5251048" y="5995687"/>
            <a:ext cx="1689904" cy="0"/>
          </a:xfrm>
          <a:prstGeom prst="line">
            <a:avLst/>
          </a:prstGeom>
          <a:ln w="12700"/>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43516598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image" Target="../media/image1.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7" name="Рисунок 6" descr="Образец фона&#10;&#10;Автоматически созданное описание">
            <a:extLst>
              <a:ext uri="{FF2B5EF4-FFF2-40B4-BE49-F238E27FC236}">
                <a16:creationId xmlns:a16="http://schemas.microsoft.com/office/drawing/2014/main" id="{E020D11E-3FF2-1E7F-038B-4F9534916FEB}"/>
              </a:ext>
            </a:extLst>
          </p:cNvPr>
          <p:cNvPicPr>
            <a:picLocks noChangeAspect="1"/>
          </p:cNvPicPr>
          <p:nvPr userDrawn="1"/>
        </p:nvPicPr>
        <p:blipFill>
          <a:blip r:embed="rId21">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Заголовок 1">
            <a:extLst>
              <a:ext uri="{FF2B5EF4-FFF2-40B4-BE49-F238E27FC236}">
                <a16:creationId xmlns:a16="http://schemas.microsoft.com/office/drawing/2014/main" id="{9198F9AA-2C87-421D-97C1-B4248DFDC2C2}"/>
              </a:ext>
            </a:extLst>
          </p:cNvPr>
          <p:cNvSpPr>
            <a:spLocks noGrp="1"/>
          </p:cNvSpPr>
          <p:nvPr>
            <p:ph type="title"/>
          </p:nvPr>
        </p:nvSpPr>
        <p:spPr>
          <a:xfrm>
            <a:off x="381000" y="1660127"/>
            <a:ext cx="11430000" cy="1325563"/>
          </a:xfrm>
          <a:prstGeom prst="rect">
            <a:avLst/>
          </a:prstGeom>
        </p:spPr>
        <p:txBody>
          <a:bodyPr vert="horz" lIns="91440" tIns="45720" rIns="91440" bIns="45720" rtlCol="0" anchor="ctr">
            <a:noAutofit/>
          </a:bodyPr>
          <a:lstStyle>
            <a:defPPr>
              <a:defRPr lang="ru-MO"/>
            </a:defPPr>
          </a:lstStyle>
          <a:p>
            <a:pPr rtl="0"/>
            <a:r>
              <a:rPr lang="ru-RU" noProof="0"/>
              <a:t>ОБРАЗЕЦ ЗАГОЛОВКА</a:t>
            </a:r>
          </a:p>
        </p:txBody>
      </p:sp>
      <p:sp>
        <p:nvSpPr>
          <p:cNvPr id="3" name="Текст 2">
            <a:extLst>
              <a:ext uri="{FF2B5EF4-FFF2-40B4-BE49-F238E27FC236}">
                <a16:creationId xmlns:a16="http://schemas.microsoft.com/office/drawing/2014/main" id="{AE98FC63-C8D2-4CE6-A3F1-EE8ED24590C4}"/>
              </a:ext>
            </a:extLst>
          </p:cNvPr>
          <p:cNvSpPr>
            <a:spLocks noGrp="1"/>
          </p:cNvSpPr>
          <p:nvPr>
            <p:ph type="body" idx="1"/>
          </p:nvPr>
        </p:nvSpPr>
        <p:spPr>
          <a:xfrm>
            <a:off x="381000" y="3104752"/>
            <a:ext cx="11430000" cy="2092281"/>
          </a:xfrm>
          <a:prstGeom prst="rect">
            <a:avLst/>
          </a:prstGeom>
        </p:spPr>
        <p:txBody>
          <a:bodyPr vert="horz" lIns="91440" tIns="45720" rIns="91440" bIns="45720" rtlCol="0">
            <a:noAutofit/>
          </a:bodyPr>
          <a:lstStyle>
            <a:defPPr>
              <a:defRPr lang="ru-MO"/>
            </a:defPPr>
          </a:lstStyle>
          <a:p>
            <a:pPr lvl="0" rtl="0"/>
            <a:r>
              <a:rPr lang="ru-RU" noProof="0"/>
              <a:t>Щелкните, чтобы изменить стили текста образца слайда</a:t>
            </a:r>
          </a:p>
          <a:p>
            <a:pPr lvl="1" rtl="0"/>
            <a:r>
              <a:rPr lang="ru-RU" noProof="0"/>
              <a:t>Второй уровень</a:t>
            </a:r>
          </a:p>
          <a:p>
            <a:pPr lvl="2" rtl="0"/>
            <a:r>
              <a:rPr lang="ru-RU" noProof="0"/>
              <a:t>Третий уровень</a:t>
            </a:r>
          </a:p>
          <a:p>
            <a:pPr lvl="3" rtl="0"/>
            <a:r>
              <a:rPr lang="ru-RU" noProof="0"/>
              <a:t>Четвертый уровень</a:t>
            </a:r>
          </a:p>
          <a:p>
            <a:pPr lvl="4" rtl="0"/>
            <a:r>
              <a:rPr lang="ru-RU" noProof="0"/>
              <a:t>Пятый уровень</a:t>
            </a:r>
          </a:p>
        </p:txBody>
      </p:sp>
      <p:sp>
        <p:nvSpPr>
          <p:cNvPr id="5" name="Нижний колонтитул 4">
            <a:extLst>
              <a:ext uri="{FF2B5EF4-FFF2-40B4-BE49-F238E27FC236}">
                <a16:creationId xmlns:a16="http://schemas.microsoft.com/office/drawing/2014/main" id="{60567522-C3B6-46EB-A361-BEC2510B00CA}"/>
              </a:ext>
            </a:extLst>
          </p:cNvPr>
          <p:cNvSpPr>
            <a:spLocks noGrp="1"/>
          </p:cNvSpPr>
          <p:nvPr>
            <p:ph type="ftr" sz="quarter" idx="3"/>
          </p:nvPr>
        </p:nvSpPr>
        <p:spPr>
          <a:xfrm>
            <a:off x="4038600" y="11575"/>
            <a:ext cx="4114800" cy="856526"/>
          </a:xfrm>
          <a:prstGeom prst="rect">
            <a:avLst/>
          </a:prstGeom>
        </p:spPr>
        <p:txBody>
          <a:bodyPr vert="horz" lIns="91440" tIns="45720" rIns="91440" bIns="45720" rtlCol="0" anchor="ctr">
            <a:noAutofit/>
          </a:bodyPr>
          <a:lstStyle>
            <a:lvl1pPr algn="ctr">
              <a:defRPr lang="ru-MO" sz="1200" b="1" i="0" spc="200" baseline="0">
                <a:solidFill>
                  <a:schemeClr val="tx1"/>
                </a:solidFill>
                <a:latin typeface="+mn-lt"/>
                <a:cs typeface="Arial" panose="020B0604020202020204" pitchFamily="34" charset="0"/>
              </a:defRPr>
            </a:lvl1pPr>
          </a:lstStyle>
          <a:p>
            <a:pPr rtl="0"/>
            <a:r>
              <a:rPr lang="ru-RU" noProof="0"/>
              <a:t>ЗАГОЛОВОК ПРЕЗЕНТАЦИИ</a:t>
            </a:r>
          </a:p>
        </p:txBody>
      </p:sp>
      <p:sp>
        <p:nvSpPr>
          <p:cNvPr id="6" name="Номер слайда 5">
            <a:extLst>
              <a:ext uri="{FF2B5EF4-FFF2-40B4-BE49-F238E27FC236}">
                <a16:creationId xmlns:a16="http://schemas.microsoft.com/office/drawing/2014/main" id="{CDC57CF0-034F-450D-937C-718D5AF1A059}"/>
              </a:ext>
            </a:extLst>
          </p:cNvPr>
          <p:cNvSpPr>
            <a:spLocks noGrp="1"/>
          </p:cNvSpPr>
          <p:nvPr>
            <p:ph type="sldNum" sz="quarter" idx="4"/>
          </p:nvPr>
        </p:nvSpPr>
        <p:spPr>
          <a:xfrm>
            <a:off x="4038600" y="6006546"/>
            <a:ext cx="4114800" cy="851453"/>
          </a:xfrm>
          <a:prstGeom prst="rect">
            <a:avLst/>
          </a:prstGeom>
        </p:spPr>
        <p:txBody>
          <a:bodyPr vert="horz" lIns="91440" tIns="45720" rIns="91440" bIns="45720" rtlCol="0" anchor="ctr">
            <a:noAutofit/>
          </a:bodyPr>
          <a:lstStyle>
            <a:lvl1pPr algn="ctr">
              <a:defRPr lang="ru-MO" sz="1200" b="1" i="0" spc="200" baseline="0">
                <a:solidFill>
                  <a:schemeClr val="tx1"/>
                </a:solidFill>
                <a:latin typeface="+mn-lt"/>
                <a:cs typeface="Arial" panose="020B0604020202020204" pitchFamily="34" charset="0"/>
              </a:defRPr>
            </a:lvl1pPr>
          </a:lstStyle>
          <a:p>
            <a:pPr rtl="0"/>
            <a:r>
              <a:rPr lang="ru-RU" noProof="0"/>
              <a:t>&lt;##&gt;</a:t>
            </a:r>
          </a:p>
        </p:txBody>
      </p:sp>
    </p:spTree>
    <p:extLst>
      <p:ext uri="{BB962C8B-B14F-4D97-AF65-F5344CB8AC3E}">
        <p14:creationId xmlns:p14="http://schemas.microsoft.com/office/powerpoint/2010/main" val="1788353970"/>
      </p:ext>
    </p:extLst>
  </p:cSld>
  <p:clrMap bg1="lt1" tx1="dk1" bg2="lt2" tx2="dk2" accent1="accent1" accent2="accent2" accent3="accent3" accent4="accent4" accent5="accent5" accent6="accent6" hlink="hlink" folHlink="folHlink"/>
  <p:sldLayoutIdLst>
    <p:sldLayoutId id="2147483649" r:id="rId1"/>
    <p:sldLayoutId id="2147483663" r:id="rId2"/>
    <p:sldLayoutId id="2147483664" r:id="rId3"/>
    <p:sldLayoutId id="2147483651" r:id="rId4"/>
    <p:sldLayoutId id="2147483662" r:id="rId5"/>
    <p:sldLayoutId id="2147483665" r:id="rId6"/>
    <p:sldLayoutId id="2147483669" r:id="rId7"/>
    <p:sldLayoutId id="2147483658" r:id="rId8"/>
    <p:sldLayoutId id="2147483666" r:id="rId9"/>
    <p:sldLayoutId id="2147483668" r:id="rId10"/>
    <p:sldLayoutId id="2147483670" r:id="rId11"/>
    <p:sldLayoutId id="2147483653" r:id="rId12"/>
    <p:sldLayoutId id="2147483667" r:id="rId13"/>
    <p:sldLayoutId id="2147483661" r:id="rId14"/>
    <p:sldLayoutId id="2147483660" r:id="rId15"/>
    <p:sldLayoutId id="2147483655" r:id="rId16"/>
    <p:sldLayoutId id="2147483659" r:id="rId17"/>
    <p:sldLayoutId id="2147483656" r:id="rId18"/>
    <p:sldLayoutId id="2147483657" r:id="rId19"/>
  </p:sldLayoutIdLst>
  <p:hf hdr="0" dt="0"/>
  <p:txStyles>
    <p:titleStyle>
      <a:lvl1pPr algn="l" defTabSz="914400" rtl="0" eaLnBrk="1" latinLnBrk="0" hangingPunct="1">
        <a:lnSpc>
          <a:spcPct val="90000"/>
        </a:lnSpc>
        <a:spcBef>
          <a:spcPct val="0"/>
        </a:spcBef>
        <a:buNone/>
        <a:defRPr lang="ru-MO" sz="4400" b="1" i="0" kern="1200" cap="all" spc="400" baseline="0">
          <a:solidFill>
            <a:schemeClr val="tx1"/>
          </a:solidFill>
          <a:latin typeface="+mj-lt"/>
          <a:ea typeface="+mj-ea"/>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lang="ru-MO" sz="2800" b="0" i="0" kern="1200" spc="50" baseline="0">
          <a:solidFill>
            <a:schemeClr val="tx1"/>
          </a:solidFill>
          <a:latin typeface="+mn-lt"/>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lang="ru-MO" sz="2400" b="0" i="0" kern="1200" spc="50" baseline="0">
          <a:solidFill>
            <a:schemeClr val="tx1"/>
          </a:solidFill>
          <a:latin typeface="+mn-lt"/>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lang="ru-MO" sz="2000" b="0" i="0" kern="1200" spc="50" baseline="0">
          <a:solidFill>
            <a:schemeClr val="tx1"/>
          </a:solidFill>
          <a:latin typeface="+mn-lt"/>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lang="ru-MO" sz="1800" b="0" i="0" kern="1200" spc="50" baseline="0">
          <a:solidFill>
            <a:schemeClr val="tx1"/>
          </a:solidFill>
          <a:latin typeface="+mn-lt"/>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lang="ru-MO" sz="1800" b="0" i="0" kern="1200" spc="50" baseline="0">
          <a:solidFill>
            <a:schemeClr val="tx1"/>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lang="ru-MO"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lang="ru-MO"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lang="ru-MO"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lang="ru-MO" sz="1800" kern="1200">
          <a:solidFill>
            <a:schemeClr val="tx1"/>
          </a:solidFill>
          <a:latin typeface="+mn-lt"/>
          <a:ea typeface="+mn-ea"/>
          <a:cs typeface="+mn-cs"/>
        </a:defRPr>
      </a:lvl9pPr>
    </p:bodyStyle>
    <p:otherStyle>
      <a:defPPr>
        <a:defRPr lang="ru-MO"/>
      </a:defPPr>
      <a:lvl1pPr marL="0" algn="l" defTabSz="914400" rtl="0" eaLnBrk="1" latinLnBrk="0" hangingPunct="1">
        <a:defRPr lang="ru-MO" sz="1800" kern="1200">
          <a:solidFill>
            <a:schemeClr val="tx1"/>
          </a:solidFill>
          <a:latin typeface="+mn-lt"/>
          <a:ea typeface="+mn-ea"/>
          <a:cs typeface="+mn-cs"/>
        </a:defRPr>
      </a:lvl1pPr>
      <a:lvl2pPr marL="457200" algn="l" defTabSz="914400" rtl="0" eaLnBrk="1" latinLnBrk="0" hangingPunct="1">
        <a:defRPr lang="ru-MO" sz="1800" kern="1200">
          <a:solidFill>
            <a:schemeClr val="tx1"/>
          </a:solidFill>
          <a:latin typeface="+mn-lt"/>
          <a:ea typeface="+mn-ea"/>
          <a:cs typeface="+mn-cs"/>
        </a:defRPr>
      </a:lvl2pPr>
      <a:lvl3pPr marL="914400" algn="l" defTabSz="914400" rtl="0" eaLnBrk="1" latinLnBrk="0" hangingPunct="1">
        <a:defRPr lang="ru-MO" sz="1800" kern="1200">
          <a:solidFill>
            <a:schemeClr val="tx1"/>
          </a:solidFill>
          <a:latin typeface="+mn-lt"/>
          <a:ea typeface="+mn-ea"/>
          <a:cs typeface="+mn-cs"/>
        </a:defRPr>
      </a:lvl3pPr>
      <a:lvl4pPr marL="1371600" algn="l" defTabSz="914400" rtl="0" eaLnBrk="1" latinLnBrk="0" hangingPunct="1">
        <a:defRPr lang="ru-MO" sz="1800" kern="1200">
          <a:solidFill>
            <a:schemeClr val="tx1"/>
          </a:solidFill>
          <a:latin typeface="+mn-lt"/>
          <a:ea typeface="+mn-ea"/>
          <a:cs typeface="+mn-cs"/>
        </a:defRPr>
      </a:lvl4pPr>
      <a:lvl5pPr marL="1828800" algn="l" defTabSz="914400" rtl="0" eaLnBrk="1" latinLnBrk="0" hangingPunct="1">
        <a:defRPr lang="ru-MO" sz="1800" kern="1200">
          <a:solidFill>
            <a:schemeClr val="tx1"/>
          </a:solidFill>
          <a:latin typeface="+mn-lt"/>
          <a:ea typeface="+mn-ea"/>
          <a:cs typeface="+mn-cs"/>
        </a:defRPr>
      </a:lvl5pPr>
      <a:lvl6pPr marL="2286000" algn="l" defTabSz="914400" rtl="0" eaLnBrk="1" latinLnBrk="0" hangingPunct="1">
        <a:defRPr lang="ru-MO" sz="1800" kern="1200">
          <a:solidFill>
            <a:schemeClr val="tx1"/>
          </a:solidFill>
          <a:latin typeface="+mn-lt"/>
          <a:ea typeface="+mn-ea"/>
          <a:cs typeface="+mn-cs"/>
        </a:defRPr>
      </a:lvl6pPr>
      <a:lvl7pPr marL="2743200" algn="l" defTabSz="914400" rtl="0" eaLnBrk="1" latinLnBrk="0" hangingPunct="1">
        <a:defRPr lang="ru-MO" sz="1800" kern="1200">
          <a:solidFill>
            <a:schemeClr val="tx1"/>
          </a:solidFill>
          <a:latin typeface="+mn-lt"/>
          <a:ea typeface="+mn-ea"/>
          <a:cs typeface="+mn-cs"/>
        </a:defRPr>
      </a:lvl7pPr>
      <a:lvl8pPr marL="3200400" algn="l" defTabSz="914400" rtl="0" eaLnBrk="1" latinLnBrk="0" hangingPunct="1">
        <a:defRPr lang="ru-MO" sz="1800" kern="1200">
          <a:solidFill>
            <a:schemeClr val="tx1"/>
          </a:solidFill>
          <a:latin typeface="+mn-lt"/>
          <a:ea typeface="+mn-ea"/>
          <a:cs typeface="+mn-cs"/>
        </a:defRPr>
      </a:lvl8pPr>
      <a:lvl9pPr marL="3657600" algn="l" defTabSz="914400" rtl="0" eaLnBrk="1" latinLnBrk="0" hangingPunct="1">
        <a:defRPr lang="ru-MO"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Рисунок 7">
            <a:extLst>
              <a:ext uri="{FF2B5EF4-FFF2-40B4-BE49-F238E27FC236}">
                <a16:creationId xmlns:a16="http://schemas.microsoft.com/office/drawing/2014/main" id="{1A7AC837-3730-853D-838F-DEA254E088FF}"/>
              </a:ext>
            </a:extLst>
          </p:cNvPr>
          <p:cNvPicPr>
            <a:picLocks noChangeAspect="1"/>
          </p:cNvPicPr>
          <p:nvPr/>
        </p:nvPicPr>
        <p:blipFill>
          <a:blip r:embed="rId3"/>
          <a:stretch>
            <a:fillRect/>
          </a:stretch>
        </p:blipFill>
        <p:spPr>
          <a:xfrm>
            <a:off x="4427730" y="3892863"/>
            <a:ext cx="3140968" cy="3140968"/>
          </a:xfrm>
          <a:prstGeom prst="rect">
            <a:avLst/>
          </a:prstGeom>
        </p:spPr>
      </p:pic>
      <p:sp>
        <p:nvSpPr>
          <p:cNvPr id="2" name="Заголовок 1">
            <a:extLst>
              <a:ext uri="{FF2B5EF4-FFF2-40B4-BE49-F238E27FC236}">
                <a16:creationId xmlns:a16="http://schemas.microsoft.com/office/drawing/2014/main" id="{51DF3D98-3C30-4CFC-8643-C81E829C8C25}"/>
              </a:ext>
            </a:extLst>
          </p:cNvPr>
          <p:cNvSpPr>
            <a:spLocks noGrp="1"/>
          </p:cNvSpPr>
          <p:nvPr>
            <p:ph type="ctrTitle"/>
          </p:nvPr>
        </p:nvSpPr>
        <p:spPr>
          <a:xfrm>
            <a:off x="1078992" y="1956816"/>
            <a:ext cx="10489616" cy="2387600"/>
          </a:xfrm>
        </p:spPr>
        <p:txBody>
          <a:bodyPr rtlCol="0"/>
          <a:lstStyle>
            <a:defPPr>
              <a:defRPr lang="ru-MO"/>
            </a:defPPr>
          </a:lstStyle>
          <a:p>
            <a:pPr rtl="0"/>
            <a:r>
              <a:rPr lang="en-US" sz="8800" dirty="0">
                <a:solidFill>
                  <a:schemeClr val="bg1">
                    <a:lumMod val="85000"/>
                  </a:schemeClr>
                </a:solidFill>
              </a:rPr>
              <a:t>Cube cascade</a:t>
            </a:r>
            <a:endParaRPr lang="ru-RU" sz="3200" dirty="0"/>
          </a:p>
        </p:txBody>
      </p:sp>
      <p:sp>
        <p:nvSpPr>
          <p:cNvPr id="3" name="Подзаголовок 2">
            <a:extLst>
              <a:ext uri="{FF2B5EF4-FFF2-40B4-BE49-F238E27FC236}">
                <a16:creationId xmlns:a16="http://schemas.microsoft.com/office/drawing/2014/main" id="{A068D447-28D3-4F5F-B2DC-FD67E9015868}"/>
              </a:ext>
            </a:extLst>
          </p:cNvPr>
          <p:cNvSpPr>
            <a:spLocks noGrp="1"/>
          </p:cNvSpPr>
          <p:nvPr>
            <p:ph type="subTitle" idx="1"/>
          </p:nvPr>
        </p:nvSpPr>
        <p:spPr>
          <a:xfrm>
            <a:off x="1072896" y="3271039"/>
            <a:ext cx="10040112" cy="1280160"/>
          </a:xfrm>
        </p:spPr>
        <p:txBody>
          <a:bodyPr rtlCol="0"/>
          <a:lstStyle>
            <a:defPPr>
              <a:defRPr lang="ru-MO"/>
            </a:defPPr>
          </a:lstStyle>
          <a:p>
            <a:pPr rtl="0"/>
            <a:r>
              <a:rPr lang="ru-RU" sz="2800" cap="all" spc="300" dirty="0">
                <a:ln w="28575">
                  <a:solidFill>
                    <a:schemeClr val="tx1"/>
                  </a:solidFill>
                </a:ln>
                <a:noFill/>
                <a:latin typeface="+mj-lt"/>
                <a:ea typeface="+mj-ea"/>
              </a:rPr>
              <a:t>Погрузитесь в мир блоков</a:t>
            </a:r>
            <a:endParaRPr lang="en-US" sz="2800" cap="all" spc="300" dirty="0">
              <a:ln w="28575">
                <a:solidFill>
                  <a:schemeClr val="tx1"/>
                </a:solidFill>
              </a:ln>
              <a:noFill/>
              <a:latin typeface="+mj-lt"/>
              <a:ea typeface="+mj-ea"/>
            </a:endParaRPr>
          </a:p>
          <a:p>
            <a:pPr rtl="0"/>
            <a:r>
              <a:rPr lang="ru-RU" sz="2800" cap="all" spc="300" dirty="0">
                <a:ln w="28575">
                  <a:solidFill>
                    <a:schemeClr val="tx1"/>
                  </a:solidFill>
                </a:ln>
                <a:noFill/>
                <a:latin typeface="+mj-lt"/>
                <a:ea typeface="+mj-ea"/>
              </a:rPr>
              <a:t>и стратегий</a:t>
            </a:r>
          </a:p>
        </p:txBody>
      </p:sp>
      <p:sp>
        <p:nvSpPr>
          <p:cNvPr id="5" name="Подзаголовок 2">
            <a:extLst>
              <a:ext uri="{FF2B5EF4-FFF2-40B4-BE49-F238E27FC236}">
                <a16:creationId xmlns:a16="http://schemas.microsoft.com/office/drawing/2014/main" id="{EA9DA913-E919-BA94-4157-0879A0352821}"/>
              </a:ext>
            </a:extLst>
          </p:cNvPr>
          <p:cNvSpPr txBox="1">
            <a:spLocks/>
          </p:cNvSpPr>
          <p:nvPr/>
        </p:nvSpPr>
        <p:spPr>
          <a:xfrm>
            <a:off x="8736830" y="5933296"/>
            <a:ext cx="3447312" cy="1280160"/>
          </a:xfrm>
          <a:prstGeom prst="rect">
            <a:avLst/>
          </a:prstGeom>
        </p:spPr>
        <p:txBody>
          <a:bodyPr vert="horz" lIns="91440" tIns="45720" rIns="91440" bIns="45720" rtlCol="0">
            <a:noAutofit/>
          </a:bodyPr>
          <a:lstStyle>
            <a:defPPr>
              <a:defRPr lang="ru-MO"/>
            </a:defPPr>
            <a:lvl1pPr marL="0" indent="0" algn="l" defTabSz="914400" rtl="0" eaLnBrk="1" latinLnBrk="0" hangingPunct="1">
              <a:lnSpc>
                <a:spcPct val="90000"/>
              </a:lnSpc>
              <a:spcBef>
                <a:spcPts val="1000"/>
              </a:spcBef>
              <a:buFont typeface="Arial" panose="020B0604020202020204" pitchFamily="34" charset="0"/>
              <a:buNone/>
              <a:defRPr lang="ru-MO" sz="2400" b="1" i="0" kern="1200" spc="50" baseline="0">
                <a:solidFill>
                  <a:schemeClr val="tx1"/>
                </a:solidFill>
                <a:latin typeface="+mn-lt"/>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lang="ru-MO" sz="2000" b="0" i="0" kern="1200" spc="50" baseline="0">
                <a:solidFill>
                  <a:schemeClr val="tx1"/>
                </a:solidFill>
                <a:latin typeface="+mn-lt"/>
                <a:ea typeface="+mn-ea"/>
                <a:cs typeface="Arial" panose="020B0604020202020204" pitchFamily="34" charset="0"/>
              </a:defRPr>
            </a:lvl2pPr>
            <a:lvl3pPr marL="914400" indent="0" algn="ctr" defTabSz="914400" rtl="0" eaLnBrk="1" latinLnBrk="0" hangingPunct="1">
              <a:lnSpc>
                <a:spcPct val="90000"/>
              </a:lnSpc>
              <a:spcBef>
                <a:spcPts val="500"/>
              </a:spcBef>
              <a:buFont typeface="Arial" panose="020B0604020202020204" pitchFamily="34" charset="0"/>
              <a:buNone/>
              <a:defRPr lang="ru-MO" sz="1800" b="0" i="0" kern="1200" spc="50" baseline="0">
                <a:solidFill>
                  <a:schemeClr val="tx1"/>
                </a:solidFill>
                <a:latin typeface="+mn-lt"/>
                <a:ea typeface="+mn-ea"/>
                <a:cs typeface="Arial" panose="020B0604020202020204" pitchFamily="34" charset="0"/>
              </a:defRPr>
            </a:lvl3pPr>
            <a:lvl4pPr marL="1371600" indent="0" algn="ctr" defTabSz="914400" rtl="0" eaLnBrk="1" latinLnBrk="0" hangingPunct="1">
              <a:lnSpc>
                <a:spcPct val="90000"/>
              </a:lnSpc>
              <a:spcBef>
                <a:spcPts val="500"/>
              </a:spcBef>
              <a:buFont typeface="Arial" panose="020B0604020202020204" pitchFamily="34" charset="0"/>
              <a:buNone/>
              <a:defRPr lang="ru-MO" sz="1600" b="0" i="0" kern="1200" spc="50" baseline="0">
                <a:solidFill>
                  <a:schemeClr val="tx1"/>
                </a:solidFill>
                <a:latin typeface="+mn-lt"/>
                <a:ea typeface="+mn-ea"/>
                <a:cs typeface="Arial" panose="020B0604020202020204" pitchFamily="34" charset="0"/>
              </a:defRPr>
            </a:lvl4pPr>
            <a:lvl5pPr marL="1828800" indent="0" algn="ctr" defTabSz="914400" rtl="0" eaLnBrk="1" latinLnBrk="0" hangingPunct="1">
              <a:lnSpc>
                <a:spcPct val="90000"/>
              </a:lnSpc>
              <a:spcBef>
                <a:spcPts val="500"/>
              </a:spcBef>
              <a:buFont typeface="Arial" panose="020B0604020202020204" pitchFamily="34" charset="0"/>
              <a:buNone/>
              <a:defRPr lang="ru-MO" sz="1600" b="0" i="0" kern="1200" spc="50" baseline="0">
                <a:solidFill>
                  <a:schemeClr val="tx1"/>
                </a:solidFill>
                <a:latin typeface="+mn-lt"/>
                <a:ea typeface="+mn-ea"/>
                <a:cs typeface="Arial" panose="020B0604020202020204" pitchFamily="34" charset="0"/>
              </a:defRPr>
            </a:lvl5pPr>
            <a:lvl6pPr marL="2286000" indent="0" algn="ctr" defTabSz="914400" rtl="0" eaLnBrk="1" latinLnBrk="0" hangingPunct="1">
              <a:lnSpc>
                <a:spcPct val="90000"/>
              </a:lnSpc>
              <a:spcBef>
                <a:spcPts val="500"/>
              </a:spcBef>
              <a:buFont typeface="Arial" panose="020B0604020202020204" pitchFamily="34" charset="0"/>
              <a:buNone/>
              <a:defRPr lang="ru-MO"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lang="ru-MO"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lang="ru-MO"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lang="ru-MO" sz="1600" kern="1200">
                <a:solidFill>
                  <a:schemeClr val="tx1"/>
                </a:solidFill>
                <a:latin typeface="+mn-lt"/>
                <a:ea typeface="+mn-ea"/>
                <a:cs typeface="+mn-cs"/>
              </a:defRPr>
            </a:lvl9pPr>
          </a:lstStyle>
          <a:p>
            <a:r>
              <a:rPr lang="ru-RU" sz="2000" cap="all" spc="300" dirty="0">
                <a:ln w="28575">
                  <a:solidFill>
                    <a:schemeClr val="tx1"/>
                  </a:solidFill>
                </a:ln>
                <a:noFill/>
                <a:latin typeface="Bahnschrift SemiBold SemiConden" panose="020B0502040204020203" pitchFamily="34" charset="0"/>
                <a:ea typeface="+mj-ea"/>
              </a:rPr>
              <a:t>Бахара</a:t>
            </a:r>
          </a:p>
          <a:p>
            <a:r>
              <a:rPr lang="ru-RU" sz="2000" cap="all" spc="300" dirty="0">
                <a:ln w="28575">
                  <a:solidFill>
                    <a:schemeClr val="tx1"/>
                  </a:solidFill>
                </a:ln>
                <a:noFill/>
                <a:latin typeface="Bahnschrift SemiBold SemiConden" panose="020B0502040204020203" pitchFamily="34" charset="0"/>
                <a:ea typeface="+mj-ea"/>
              </a:rPr>
              <a:t>Аркадий</a:t>
            </a:r>
          </a:p>
        </p:txBody>
      </p:sp>
      <p:sp>
        <p:nvSpPr>
          <p:cNvPr id="4" name="AutoShape 2" descr="A modern and visually striking logo for a game titled 'Cube Cascade'. The design features a cascade of glowing, colorful 3D cubes (blue, orange, green, purple) arranged dynamically, symbolizing motion and creativity. The background is dark blue with subtle gradients, and the game title 'Cube Cascade' is prominently displayed in bold, futuristic typography, glowing slightly to match the cubes' colors. The overall look is vibrant and energetic, emphasizing a fun and engaging experience.">
            <a:extLst>
              <a:ext uri="{FF2B5EF4-FFF2-40B4-BE49-F238E27FC236}">
                <a16:creationId xmlns:a16="http://schemas.microsoft.com/office/drawing/2014/main" id="{6C17EA1E-9EE3-B443-4755-AC6716EA09AE}"/>
              </a:ext>
            </a:extLst>
          </p:cNvPr>
          <p:cNvSpPr>
            <a:spLocks noChangeAspect="1" noChangeArrowheads="1"/>
          </p:cNvSpPr>
          <p:nvPr/>
        </p:nvSpPr>
        <p:spPr bwMode="auto">
          <a:xfrm>
            <a:off x="8976320" y="4192016"/>
            <a:ext cx="1800200" cy="18002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ru-RU"/>
          </a:p>
        </p:txBody>
      </p:sp>
    </p:spTree>
    <p:extLst>
      <p:ext uri="{BB962C8B-B14F-4D97-AF65-F5344CB8AC3E}">
        <p14:creationId xmlns:p14="http://schemas.microsoft.com/office/powerpoint/2010/main" val="225930889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Заголовок 3">
            <a:extLst>
              <a:ext uri="{FF2B5EF4-FFF2-40B4-BE49-F238E27FC236}">
                <a16:creationId xmlns:a16="http://schemas.microsoft.com/office/drawing/2014/main" id="{25F4EFB8-B32B-E305-CA40-1BDEF9E3C5D6}"/>
              </a:ext>
            </a:extLst>
          </p:cNvPr>
          <p:cNvSpPr>
            <a:spLocks noGrp="1"/>
          </p:cNvSpPr>
          <p:nvPr>
            <p:ph type="title"/>
          </p:nvPr>
        </p:nvSpPr>
        <p:spPr/>
        <p:txBody>
          <a:bodyPr rtlCol="0"/>
          <a:lstStyle>
            <a:defPPr>
              <a:defRPr lang="ru-MO"/>
            </a:defPPr>
          </a:lstStyle>
          <a:p>
            <a:pPr algn="ctr" rtl="0"/>
            <a:r>
              <a:rPr lang="ru-RU" dirty="0"/>
              <a:t>Идея проекта</a:t>
            </a:r>
          </a:p>
        </p:txBody>
      </p:sp>
      <p:sp>
        <p:nvSpPr>
          <p:cNvPr id="2" name="Нижний колонтитул 1">
            <a:extLst>
              <a:ext uri="{FF2B5EF4-FFF2-40B4-BE49-F238E27FC236}">
                <a16:creationId xmlns:a16="http://schemas.microsoft.com/office/drawing/2014/main" id="{70640A05-A075-B6F7-8485-592305845518}"/>
              </a:ext>
            </a:extLst>
          </p:cNvPr>
          <p:cNvSpPr>
            <a:spLocks noGrp="1"/>
          </p:cNvSpPr>
          <p:nvPr>
            <p:ph type="ftr" sz="quarter" idx="11"/>
          </p:nvPr>
        </p:nvSpPr>
        <p:spPr>
          <a:xfrm>
            <a:off x="4038600" y="116632"/>
            <a:ext cx="4114800" cy="856526"/>
          </a:xfrm>
        </p:spPr>
        <p:txBody>
          <a:bodyPr rtlCol="0"/>
          <a:lstStyle>
            <a:defPPr>
              <a:defRPr lang="ru-MO"/>
            </a:defPPr>
          </a:lstStyle>
          <a:p>
            <a:pPr rtl="0"/>
            <a:r>
              <a:rPr lang="en-US" sz="1400" dirty="0"/>
              <a:t>Cube Cascade</a:t>
            </a:r>
            <a:endParaRPr lang="ru-RU" sz="1400" dirty="0"/>
          </a:p>
        </p:txBody>
      </p:sp>
      <p:sp>
        <p:nvSpPr>
          <p:cNvPr id="5" name="Объект 4">
            <a:extLst>
              <a:ext uri="{FF2B5EF4-FFF2-40B4-BE49-F238E27FC236}">
                <a16:creationId xmlns:a16="http://schemas.microsoft.com/office/drawing/2014/main" id="{3602EF04-C343-BFD2-AB41-A62063075783}"/>
              </a:ext>
            </a:extLst>
          </p:cNvPr>
          <p:cNvSpPr>
            <a:spLocks noGrp="1"/>
          </p:cNvSpPr>
          <p:nvPr>
            <p:ph sz="quarter" idx="13"/>
          </p:nvPr>
        </p:nvSpPr>
        <p:spPr>
          <a:xfrm>
            <a:off x="5808910" y="1216152"/>
            <a:ext cx="5184648" cy="1348879"/>
          </a:xfrm>
        </p:spPr>
        <p:txBody>
          <a:bodyPr rtlCol="0"/>
          <a:lstStyle>
            <a:defPPr>
              <a:defRPr lang="ru-MO"/>
            </a:defPPr>
          </a:lstStyle>
          <a:p>
            <a:pPr rtl="0"/>
            <a:r>
              <a:rPr lang="ru-RU" b="1" dirty="0"/>
              <a:t>Цель:</a:t>
            </a:r>
            <a:r>
              <a:rPr lang="ru-RU" dirty="0"/>
              <a:t> </a:t>
            </a:r>
            <a:endParaRPr lang="en-US" dirty="0"/>
          </a:p>
          <a:p>
            <a:pPr rtl="0"/>
            <a:r>
              <a:rPr lang="ru-RU" sz="2000" dirty="0"/>
              <a:t>Создание увлекательной и красочной игры-головоломки.</a:t>
            </a:r>
            <a:endParaRPr lang="en-US" sz="2000" dirty="0"/>
          </a:p>
          <a:p>
            <a:pPr rtl="0"/>
            <a:endParaRPr lang="ru-RU" dirty="0"/>
          </a:p>
        </p:txBody>
      </p:sp>
      <p:sp>
        <p:nvSpPr>
          <p:cNvPr id="3" name="Номер слайда 2">
            <a:extLst>
              <a:ext uri="{FF2B5EF4-FFF2-40B4-BE49-F238E27FC236}">
                <a16:creationId xmlns:a16="http://schemas.microsoft.com/office/drawing/2014/main" id="{4A003396-B624-401E-50C6-C0BB01AF161D}"/>
              </a:ext>
            </a:extLst>
          </p:cNvPr>
          <p:cNvSpPr>
            <a:spLocks noGrp="1"/>
          </p:cNvSpPr>
          <p:nvPr>
            <p:ph type="sldNum" sz="quarter" idx="12"/>
          </p:nvPr>
        </p:nvSpPr>
        <p:spPr/>
        <p:txBody>
          <a:bodyPr rtlCol="0"/>
          <a:lstStyle>
            <a:defPPr>
              <a:defRPr lang="ru-MO"/>
            </a:defPPr>
          </a:lstStyle>
          <a:p>
            <a:pPr rtl="0"/>
            <a:fld id="{294A09A9-5501-47C1-A89A-A340965A2BE2}" type="slidenum">
              <a:rPr lang="ru-RU" smtClean="0"/>
              <a:pPr/>
              <a:t>2</a:t>
            </a:fld>
            <a:endParaRPr lang="ru-RU"/>
          </a:p>
        </p:txBody>
      </p:sp>
      <p:sp>
        <p:nvSpPr>
          <p:cNvPr id="7" name="Rectangle 2">
            <a:extLst>
              <a:ext uri="{FF2B5EF4-FFF2-40B4-BE49-F238E27FC236}">
                <a16:creationId xmlns:a16="http://schemas.microsoft.com/office/drawing/2014/main" id="{8BC1DE2E-FC37-7C0C-46CB-5171D3335059}"/>
              </a:ext>
            </a:extLst>
          </p:cNvPr>
          <p:cNvSpPr>
            <a:spLocks noChangeArrowheads="1"/>
          </p:cNvSpPr>
          <p:nvPr/>
        </p:nvSpPr>
        <p:spPr bwMode="auto">
          <a:xfrm>
            <a:off x="5777969" y="2248090"/>
            <a:ext cx="5500492" cy="33650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tabLst/>
            </a:pPr>
            <a:r>
              <a:rPr kumimoji="0" lang="ru-RU" altLang="ru-RU" sz="1800" b="1" i="0" u="none" strike="noStrike" cap="none" normalizeH="0" baseline="0" dirty="0">
                <a:ln>
                  <a:noFill/>
                </a:ln>
                <a:solidFill>
                  <a:schemeClr val="tx1"/>
                </a:solidFill>
                <a:effectLst/>
                <a:latin typeface="Arial" panose="020B0604020202020204" pitchFamily="34" charset="0"/>
              </a:rPr>
              <a:t>Описание:</a:t>
            </a:r>
            <a:endParaRPr kumimoji="0" lang="ru-RU" altLang="ru-RU"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50000"/>
              </a:lnSpc>
              <a:spcBef>
                <a:spcPct val="0"/>
              </a:spcBef>
              <a:spcAft>
                <a:spcPct val="0"/>
              </a:spcAft>
              <a:buClrTx/>
              <a:buSzTx/>
              <a:buFontTx/>
              <a:buChar char="•"/>
              <a:tabLst/>
            </a:pPr>
            <a:r>
              <a:rPr kumimoji="0" lang="ru-RU" altLang="ru-RU" sz="1800" b="0" i="0" u="none" strike="noStrike" cap="none" normalizeH="0" baseline="0" dirty="0">
                <a:ln>
                  <a:noFill/>
                </a:ln>
                <a:solidFill>
                  <a:schemeClr val="tx1"/>
                </a:solidFill>
                <a:effectLst/>
                <a:latin typeface="Arial" panose="020B0604020202020204" pitchFamily="34" charset="0"/>
              </a:rPr>
              <a:t>Игрок перетаскивает блоки на сетку 8x8.</a:t>
            </a:r>
          </a:p>
          <a:p>
            <a:pPr marL="0" marR="0" lvl="0" indent="0" algn="l" defTabSz="914400" rtl="0" eaLnBrk="0" fontAlgn="base" latinLnBrk="0" hangingPunct="0">
              <a:lnSpc>
                <a:spcPct val="150000"/>
              </a:lnSpc>
              <a:spcBef>
                <a:spcPct val="0"/>
              </a:spcBef>
              <a:spcAft>
                <a:spcPct val="0"/>
              </a:spcAft>
              <a:buClrTx/>
              <a:buSzTx/>
              <a:buFontTx/>
              <a:buChar char="•"/>
              <a:tabLst/>
            </a:pPr>
            <a:r>
              <a:rPr kumimoji="0" lang="ru-RU" altLang="ru-RU" sz="1800" b="0" i="0" u="none" strike="noStrike" cap="none" normalizeH="0" baseline="0" dirty="0">
                <a:ln>
                  <a:noFill/>
                </a:ln>
                <a:solidFill>
                  <a:schemeClr val="tx1"/>
                </a:solidFill>
                <a:effectLst/>
                <a:latin typeface="Arial" panose="020B0604020202020204" pitchFamily="34" charset="0"/>
              </a:rPr>
              <a:t>Очки начисляются за заполнение линий по горизонтали или вертикали.</a:t>
            </a:r>
          </a:p>
          <a:p>
            <a:pPr marL="0" marR="0" lvl="0" indent="0" algn="l" defTabSz="914400" rtl="0" eaLnBrk="0" fontAlgn="base" latinLnBrk="0" hangingPunct="0">
              <a:lnSpc>
                <a:spcPct val="150000"/>
              </a:lnSpc>
              <a:spcBef>
                <a:spcPct val="0"/>
              </a:spcBef>
              <a:spcAft>
                <a:spcPct val="0"/>
              </a:spcAft>
              <a:buClrTx/>
              <a:buSzTx/>
              <a:buFontTx/>
              <a:buChar char="•"/>
              <a:tabLst/>
            </a:pPr>
            <a:r>
              <a:rPr kumimoji="0" lang="ru-RU" altLang="ru-RU" sz="1800" b="0" i="0" u="none" strike="noStrike" cap="none" normalizeH="0" baseline="0" dirty="0">
                <a:ln>
                  <a:noFill/>
                </a:ln>
                <a:solidFill>
                  <a:schemeClr val="tx1"/>
                </a:solidFill>
                <a:effectLst/>
                <a:latin typeface="Arial" panose="020B0604020202020204" pitchFamily="34" charset="0"/>
              </a:rPr>
              <a:t>Два режима игры: "Classic" и "</a:t>
            </a:r>
            <a:r>
              <a:rPr kumimoji="0" lang="ru-RU" altLang="ru-RU" sz="1800" b="0" i="0" u="none" strike="noStrike" cap="none" normalizeH="0" baseline="0" dirty="0" err="1">
                <a:ln>
                  <a:noFill/>
                </a:ln>
                <a:solidFill>
                  <a:schemeClr val="tx1"/>
                </a:solidFill>
                <a:effectLst/>
                <a:latin typeface="Arial" panose="020B0604020202020204" pitchFamily="34" charset="0"/>
              </a:rPr>
              <a:t>Adventure</a:t>
            </a:r>
            <a:r>
              <a:rPr kumimoji="0" lang="ru-RU" altLang="ru-RU" sz="1800" b="0" i="0" u="none" strike="noStrike" cap="none" normalizeH="0" baseline="0" dirty="0">
                <a:ln>
                  <a:noFill/>
                </a:ln>
                <a:solidFill>
                  <a:schemeClr val="tx1"/>
                </a:solidFill>
                <a:effectLst/>
                <a:latin typeface="Arial" panose="020B0604020202020204" pitchFamily="34" charset="0"/>
              </a:rPr>
              <a:t>".</a:t>
            </a:r>
            <a:endParaRPr kumimoji="0" lang="en-US" altLang="ru-RU"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50000"/>
              </a:lnSpc>
              <a:spcBef>
                <a:spcPct val="0"/>
              </a:spcBef>
              <a:spcAft>
                <a:spcPct val="0"/>
              </a:spcAft>
              <a:buClrTx/>
              <a:buSzTx/>
              <a:buFontTx/>
              <a:buChar char="•"/>
              <a:tabLst/>
            </a:pPr>
            <a:endParaRPr kumimoji="0" lang="ru-RU" altLang="ru-RU"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50000"/>
              </a:lnSpc>
              <a:spcBef>
                <a:spcPct val="0"/>
              </a:spcBef>
              <a:spcAft>
                <a:spcPct val="0"/>
              </a:spcAft>
              <a:buClrTx/>
              <a:buSzTx/>
              <a:tabLst/>
            </a:pPr>
            <a:r>
              <a:rPr kumimoji="0" lang="ru-RU" altLang="ru-RU" sz="1800" b="1" i="0" u="none" strike="noStrike" cap="none" normalizeH="0" baseline="0" dirty="0">
                <a:ln>
                  <a:noFill/>
                </a:ln>
                <a:solidFill>
                  <a:schemeClr val="tx1"/>
                </a:solidFill>
                <a:effectLst/>
                <a:latin typeface="Arial" panose="020B0604020202020204" pitchFamily="34" charset="0"/>
              </a:rPr>
              <a:t>Ключевая задача:</a:t>
            </a:r>
            <a:r>
              <a:rPr kumimoji="0" lang="ru-RU" altLang="ru-RU" sz="1800" b="0" i="0" u="none" strike="noStrike" cap="none" normalizeH="0" baseline="0" dirty="0">
                <a:ln>
                  <a:noFill/>
                </a:ln>
                <a:solidFill>
                  <a:schemeClr val="tx1"/>
                </a:solidFill>
                <a:effectLst/>
                <a:latin typeface="Arial" panose="020B0604020202020204" pitchFamily="34" charset="0"/>
              </a:rPr>
              <a:t> </a:t>
            </a:r>
            <a:endParaRPr kumimoji="0" lang="en-US" altLang="ru-RU"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50000"/>
              </a:lnSpc>
              <a:spcBef>
                <a:spcPct val="0"/>
              </a:spcBef>
              <a:spcAft>
                <a:spcPct val="0"/>
              </a:spcAft>
              <a:buClrTx/>
              <a:buSzTx/>
              <a:buFontTx/>
              <a:buChar char="•"/>
              <a:tabLst/>
            </a:pPr>
            <a:r>
              <a:rPr kumimoji="0" lang="ru-RU" altLang="ru-RU" sz="1800" b="0" i="0" u="none" strike="noStrike" cap="none" normalizeH="0" baseline="0" dirty="0">
                <a:ln>
                  <a:noFill/>
                </a:ln>
                <a:solidFill>
                  <a:schemeClr val="tx1"/>
                </a:solidFill>
                <a:effectLst/>
                <a:latin typeface="Arial" panose="020B0604020202020204" pitchFamily="34" charset="0"/>
              </a:rPr>
              <a:t>Заставить игрока думать стратегически. </a:t>
            </a:r>
          </a:p>
        </p:txBody>
      </p:sp>
    </p:spTree>
    <p:extLst>
      <p:ext uri="{BB962C8B-B14F-4D97-AF65-F5344CB8AC3E}">
        <p14:creationId xmlns:p14="http://schemas.microsoft.com/office/powerpoint/2010/main" val="33071625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Заголовок 3">
            <a:extLst>
              <a:ext uri="{FF2B5EF4-FFF2-40B4-BE49-F238E27FC236}">
                <a16:creationId xmlns:a16="http://schemas.microsoft.com/office/drawing/2014/main" id="{07775003-C8C2-57FA-C8D5-99577C44F58A}"/>
              </a:ext>
            </a:extLst>
          </p:cNvPr>
          <p:cNvSpPr>
            <a:spLocks noGrp="1"/>
          </p:cNvSpPr>
          <p:nvPr>
            <p:ph type="title"/>
          </p:nvPr>
        </p:nvSpPr>
        <p:spPr/>
        <p:txBody>
          <a:bodyPr rtlCol="0"/>
          <a:lstStyle>
            <a:defPPr>
              <a:defRPr lang="ru-MO"/>
            </a:defPPr>
          </a:lstStyle>
          <a:p>
            <a:pPr algn="ctr" rtl="0"/>
            <a:r>
              <a:rPr lang="ru-RU" dirty="0"/>
              <a:t>Механика игры</a:t>
            </a:r>
          </a:p>
        </p:txBody>
      </p:sp>
      <p:sp>
        <p:nvSpPr>
          <p:cNvPr id="2" name="Нижний колонтитул 1">
            <a:extLst>
              <a:ext uri="{FF2B5EF4-FFF2-40B4-BE49-F238E27FC236}">
                <a16:creationId xmlns:a16="http://schemas.microsoft.com/office/drawing/2014/main" id="{6B4F370C-18BC-A752-2980-6309F5D7DC43}"/>
              </a:ext>
            </a:extLst>
          </p:cNvPr>
          <p:cNvSpPr>
            <a:spLocks noGrp="1"/>
          </p:cNvSpPr>
          <p:nvPr>
            <p:ph type="ftr" sz="quarter" idx="11"/>
          </p:nvPr>
        </p:nvSpPr>
        <p:spPr>
          <a:xfrm>
            <a:off x="4038600" y="116632"/>
            <a:ext cx="4114800" cy="856526"/>
          </a:xfrm>
        </p:spPr>
        <p:txBody>
          <a:bodyPr rtlCol="0"/>
          <a:lstStyle>
            <a:defPPr>
              <a:defRPr lang="ru-MO"/>
            </a:defPPr>
          </a:lstStyle>
          <a:p>
            <a:pPr rtl="0"/>
            <a:r>
              <a:rPr lang="en-US" sz="1400" dirty="0"/>
              <a:t>Cube Cascade</a:t>
            </a:r>
            <a:endParaRPr lang="ru-RU" sz="1400" dirty="0"/>
          </a:p>
        </p:txBody>
      </p:sp>
      <p:sp>
        <p:nvSpPr>
          <p:cNvPr id="3" name="Номер слайда 2">
            <a:extLst>
              <a:ext uri="{FF2B5EF4-FFF2-40B4-BE49-F238E27FC236}">
                <a16:creationId xmlns:a16="http://schemas.microsoft.com/office/drawing/2014/main" id="{F0986A75-51DF-087B-EE6E-0899D0826DFB}"/>
              </a:ext>
            </a:extLst>
          </p:cNvPr>
          <p:cNvSpPr>
            <a:spLocks noGrp="1"/>
          </p:cNvSpPr>
          <p:nvPr>
            <p:ph type="sldNum" sz="quarter" idx="12"/>
          </p:nvPr>
        </p:nvSpPr>
        <p:spPr/>
        <p:txBody>
          <a:bodyPr rtlCol="0"/>
          <a:lstStyle>
            <a:defPPr>
              <a:defRPr lang="ru-MO"/>
            </a:defPPr>
          </a:lstStyle>
          <a:p>
            <a:pPr rtl="0"/>
            <a:fld id="{294A09A9-5501-47C1-A89A-A340965A2BE2}" type="slidenum">
              <a:rPr lang="ru-RU" smtClean="0"/>
              <a:pPr/>
              <a:t>3</a:t>
            </a:fld>
            <a:endParaRPr lang="ru-RU" dirty="0"/>
          </a:p>
        </p:txBody>
      </p:sp>
      <p:sp>
        <p:nvSpPr>
          <p:cNvPr id="6" name="Rectangle 1">
            <a:extLst>
              <a:ext uri="{FF2B5EF4-FFF2-40B4-BE49-F238E27FC236}">
                <a16:creationId xmlns:a16="http://schemas.microsoft.com/office/drawing/2014/main" id="{6AA45769-D075-313E-0C99-7B07777AEDF8}"/>
              </a:ext>
            </a:extLst>
          </p:cNvPr>
          <p:cNvSpPr>
            <a:spLocks noChangeArrowheads="1"/>
          </p:cNvSpPr>
          <p:nvPr/>
        </p:nvSpPr>
        <p:spPr bwMode="auto">
          <a:xfrm>
            <a:off x="5797296" y="1093020"/>
            <a:ext cx="6275368" cy="46628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tabLst/>
            </a:pPr>
            <a:r>
              <a:rPr kumimoji="0" lang="ru-RU" altLang="ru-RU" sz="1800" b="1" i="0" u="none" strike="noStrike" cap="none" normalizeH="0" baseline="0" dirty="0">
                <a:ln>
                  <a:noFill/>
                </a:ln>
                <a:solidFill>
                  <a:schemeClr val="tx1"/>
                </a:solidFill>
                <a:effectLst/>
                <a:latin typeface="Arial" panose="020B0604020202020204" pitchFamily="34" charset="0"/>
              </a:rPr>
              <a:t>Игровой процесс:</a:t>
            </a:r>
            <a:endParaRPr kumimoji="0" lang="ru-RU" altLang="ru-RU"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50000"/>
              </a:lnSpc>
              <a:spcBef>
                <a:spcPct val="0"/>
              </a:spcBef>
              <a:spcAft>
                <a:spcPct val="0"/>
              </a:spcAft>
              <a:buClrTx/>
              <a:buSzTx/>
              <a:buFontTx/>
              <a:buChar char="•"/>
              <a:tabLst/>
            </a:pPr>
            <a:r>
              <a:rPr kumimoji="0" lang="en-US" altLang="ru-RU" sz="1600" b="0" i="0" u="none" strike="noStrike" cap="none" normalizeH="0" baseline="0" dirty="0">
                <a:ln>
                  <a:noFill/>
                </a:ln>
                <a:solidFill>
                  <a:schemeClr val="tx1"/>
                </a:solidFill>
                <a:effectLst/>
                <a:latin typeface="Arial" panose="020B0604020202020204" pitchFamily="34" charset="0"/>
              </a:rPr>
              <a:t> </a:t>
            </a:r>
            <a:r>
              <a:rPr kumimoji="0" lang="ru-RU" altLang="ru-RU" sz="1600" b="0" i="0" u="none" strike="noStrike" cap="none" normalizeH="0" baseline="0" dirty="0">
                <a:ln>
                  <a:noFill/>
                </a:ln>
                <a:solidFill>
                  <a:schemeClr val="tx1"/>
                </a:solidFill>
                <a:effectLst/>
                <a:latin typeface="Arial" panose="020B0604020202020204" pitchFamily="34" charset="0"/>
              </a:rPr>
              <a:t>Генерация блоков.</a:t>
            </a:r>
          </a:p>
          <a:p>
            <a:pPr marL="0" marR="0" lvl="0" indent="0" algn="l" defTabSz="914400" rtl="0" eaLnBrk="0" fontAlgn="base" latinLnBrk="0" hangingPunct="0">
              <a:lnSpc>
                <a:spcPct val="150000"/>
              </a:lnSpc>
              <a:spcBef>
                <a:spcPct val="0"/>
              </a:spcBef>
              <a:spcAft>
                <a:spcPct val="0"/>
              </a:spcAft>
              <a:buClrTx/>
              <a:buSzTx/>
              <a:buFontTx/>
              <a:buChar char="•"/>
              <a:tabLst/>
            </a:pPr>
            <a:r>
              <a:rPr kumimoji="0" lang="en-US" altLang="ru-RU" sz="1600" b="0" i="0" u="none" strike="noStrike" cap="none" normalizeH="0" baseline="0" dirty="0">
                <a:ln>
                  <a:noFill/>
                </a:ln>
                <a:solidFill>
                  <a:schemeClr val="tx1"/>
                </a:solidFill>
                <a:effectLst/>
                <a:latin typeface="Arial" panose="020B0604020202020204" pitchFamily="34" charset="0"/>
              </a:rPr>
              <a:t> </a:t>
            </a:r>
            <a:r>
              <a:rPr kumimoji="0" lang="ru-RU" altLang="ru-RU" sz="1600" b="0" i="0" u="none" strike="noStrike" cap="none" normalizeH="0" baseline="0" dirty="0">
                <a:ln>
                  <a:noFill/>
                </a:ln>
                <a:solidFill>
                  <a:schemeClr val="tx1"/>
                </a:solidFill>
                <a:effectLst/>
                <a:latin typeface="Arial" panose="020B0604020202020204" pitchFamily="34" charset="0"/>
              </a:rPr>
              <a:t>Перетаскивание фигур на игровое поле.</a:t>
            </a:r>
          </a:p>
          <a:p>
            <a:pPr marL="0" marR="0" lvl="0" indent="0" algn="l" defTabSz="914400" rtl="0" eaLnBrk="0" fontAlgn="base" latinLnBrk="0" hangingPunct="0">
              <a:lnSpc>
                <a:spcPct val="150000"/>
              </a:lnSpc>
              <a:spcBef>
                <a:spcPct val="0"/>
              </a:spcBef>
              <a:spcAft>
                <a:spcPct val="0"/>
              </a:spcAft>
              <a:buClrTx/>
              <a:buSzTx/>
              <a:buFontTx/>
              <a:buChar char="•"/>
              <a:tabLst/>
            </a:pPr>
            <a:r>
              <a:rPr kumimoji="0" lang="en-US" altLang="ru-RU" sz="1600" b="0" i="0" u="none" strike="noStrike" cap="none" normalizeH="0" baseline="0" dirty="0">
                <a:ln>
                  <a:noFill/>
                </a:ln>
                <a:solidFill>
                  <a:schemeClr val="tx1"/>
                </a:solidFill>
                <a:effectLst/>
                <a:latin typeface="Arial" panose="020B0604020202020204" pitchFamily="34" charset="0"/>
              </a:rPr>
              <a:t> </a:t>
            </a:r>
            <a:r>
              <a:rPr kumimoji="0" lang="ru-RU" altLang="ru-RU" sz="1600" b="0" i="0" u="none" strike="noStrike" cap="none" normalizeH="0" baseline="0" dirty="0">
                <a:ln>
                  <a:noFill/>
                </a:ln>
                <a:solidFill>
                  <a:schemeClr val="tx1"/>
                </a:solidFill>
                <a:effectLst/>
                <a:latin typeface="Arial" panose="020B0604020202020204" pitchFamily="34" charset="0"/>
              </a:rPr>
              <a:t>Удаление заполненных линий.</a:t>
            </a:r>
            <a:endParaRPr kumimoji="0" lang="ru-RU" altLang="ru-RU"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50000"/>
              </a:lnSpc>
              <a:spcBef>
                <a:spcPct val="0"/>
              </a:spcBef>
              <a:spcAft>
                <a:spcPct val="0"/>
              </a:spcAft>
              <a:buClrTx/>
              <a:buSzTx/>
              <a:tabLst/>
            </a:pPr>
            <a:r>
              <a:rPr kumimoji="0" lang="ru-RU" altLang="ru-RU" sz="1800" b="1" i="0" u="none" strike="noStrike" cap="none" normalizeH="0" baseline="0" dirty="0">
                <a:ln>
                  <a:noFill/>
                </a:ln>
                <a:solidFill>
                  <a:schemeClr val="tx1"/>
                </a:solidFill>
                <a:effectLst/>
                <a:latin typeface="Arial" panose="020B0604020202020204" pitchFamily="34" charset="0"/>
              </a:rPr>
              <a:t>Особенности:</a:t>
            </a:r>
            <a:endParaRPr kumimoji="0" lang="ru-RU" altLang="ru-RU" sz="1800" b="0" i="0" u="none" strike="noStrike" cap="none" normalizeH="0" baseline="0" dirty="0">
              <a:ln>
                <a:noFill/>
              </a:ln>
              <a:solidFill>
                <a:schemeClr val="tx1"/>
              </a:solidFill>
              <a:effectLst/>
              <a:latin typeface="Arial" panose="020B0604020202020204" pitchFamily="34" charset="0"/>
            </a:endParaRPr>
          </a:p>
          <a:p>
            <a:pPr eaLnBrk="0" fontAlgn="base" hangingPunct="0">
              <a:lnSpc>
                <a:spcPct val="150000"/>
              </a:lnSpc>
              <a:spcBef>
                <a:spcPct val="0"/>
              </a:spcBef>
              <a:spcAft>
                <a:spcPct val="0"/>
              </a:spcAft>
              <a:buFontTx/>
              <a:buChar char="•"/>
            </a:pPr>
            <a:r>
              <a:rPr kumimoji="0" lang="en-US" altLang="ru-RU" sz="1800" b="0" i="0" u="none" strike="noStrike" cap="none" normalizeH="0" baseline="0" dirty="0">
                <a:ln>
                  <a:noFill/>
                </a:ln>
                <a:solidFill>
                  <a:schemeClr val="tx1"/>
                </a:solidFill>
                <a:effectLst/>
                <a:latin typeface="Arial" panose="020B0604020202020204" pitchFamily="34" charset="0"/>
              </a:rPr>
              <a:t> </a:t>
            </a:r>
            <a:r>
              <a:rPr lang="ru-RU" altLang="ru-RU" sz="1600" dirty="0">
                <a:latin typeface="Arial" panose="020B0604020202020204" pitchFamily="34" charset="0"/>
              </a:rPr>
              <a:t>Реализация плавного интерфейса на </a:t>
            </a:r>
            <a:r>
              <a:rPr lang="ru-RU" altLang="ru-RU" sz="1600" dirty="0" err="1">
                <a:latin typeface="Arial" panose="020B0604020202020204" pitchFamily="34" charset="0"/>
              </a:rPr>
              <a:t>PyGame</a:t>
            </a:r>
            <a:r>
              <a:rPr lang="ru-RU" altLang="ru-RU" sz="1600" dirty="0">
                <a:latin typeface="Arial" panose="020B0604020202020204" pitchFamily="34" charset="0"/>
              </a:rPr>
              <a:t>.</a:t>
            </a:r>
          </a:p>
          <a:p>
            <a:pPr eaLnBrk="0" fontAlgn="base" hangingPunct="0">
              <a:lnSpc>
                <a:spcPct val="150000"/>
              </a:lnSpc>
              <a:spcBef>
                <a:spcPct val="0"/>
              </a:spcBef>
              <a:spcAft>
                <a:spcPct val="0"/>
              </a:spcAft>
              <a:buFontTx/>
              <a:buChar char="•"/>
            </a:pPr>
            <a:r>
              <a:rPr lang="en-US" altLang="ru-RU" sz="1600" dirty="0">
                <a:latin typeface="Arial" panose="020B0604020202020204" pitchFamily="34" charset="0"/>
              </a:rPr>
              <a:t> </a:t>
            </a:r>
            <a:r>
              <a:rPr lang="ru-RU" altLang="ru-RU" sz="1600" dirty="0">
                <a:latin typeface="Arial" panose="020B0604020202020204" pitchFamily="34" charset="0"/>
              </a:rPr>
              <a:t>Переливающийся заголовок "Block </a:t>
            </a:r>
            <a:r>
              <a:rPr lang="ru-RU" altLang="ru-RU" sz="1600" dirty="0" err="1">
                <a:latin typeface="Arial" panose="020B0604020202020204" pitchFamily="34" charset="0"/>
              </a:rPr>
              <a:t>Blast</a:t>
            </a:r>
            <a:r>
              <a:rPr lang="ru-RU" altLang="ru-RU" sz="1600" dirty="0">
                <a:latin typeface="Arial" panose="020B0604020202020204" pitchFamily="34" charset="0"/>
              </a:rPr>
              <a:t>".</a:t>
            </a:r>
          </a:p>
          <a:p>
            <a:pPr eaLnBrk="0" fontAlgn="base" hangingPunct="0">
              <a:lnSpc>
                <a:spcPct val="150000"/>
              </a:lnSpc>
              <a:spcBef>
                <a:spcPct val="0"/>
              </a:spcBef>
              <a:spcAft>
                <a:spcPct val="0"/>
              </a:spcAft>
              <a:buFontTx/>
              <a:buChar char="•"/>
            </a:pPr>
            <a:r>
              <a:rPr lang="en-US" altLang="ru-RU" sz="1600" dirty="0">
                <a:latin typeface="Arial" panose="020B0604020202020204" pitchFamily="34" charset="0"/>
              </a:rPr>
              <a:t> </a:t>
            </a:r>
            <a:r>
              <a:rPr lang="ru-RU" altLang="ru-RU" sz="1600" dirty="0" err="1">
                <a:latin typeface="Arial" panose="020B0604020202020204" pitchFamily="34" charset="0"/>
              </a:rPr>
              <a:t>Кастомный</a:t>
            </a:r>
            <a:r>
              <a:rPr lang="ru-RU" altLang="ru-RU" sz="1600" dirty="0">
                <a:latin typeface="Arial" panose="020B0604020202020204" pitchFamily="34" charset="0"/>
              </a:rPr>
              <a:t> курсор и звуковые эффекты.</a:t>
            </a:r>
            <a:endParaRPr kumimoji="0" lang="ru-RU" altLang="ru-RU"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50000"/>
              </a:lnSpc>
              <a:spcBef>
                <a:spcPct val="0"/>
              </a:spcBef>
              <a:spcAft>
                <a:spcPct val="0"/>
              </a:spcAft>
              <a:buClrTx/>
              <a:buSzTx/>
              <a:tabLst/>
            </a:pPr>
            <a:r>
              <a:rPr kumimoji="0" lang="ru-RU" altLang="ru-RU" sz="1800" b="1" i="0" u="none" strike="noStrike" cap="none" normalizeH="0" baseline="0" dirty="0">
                <a:ln>
                  <a:noFill/>
                </a:ln>
                <a:solidFill>
                  <a:schemeClr val="tx1"/>
                </a:solidFill>
                <a:effectLst/>
                <a:latin typeface="Arial" panose="020B0604020202020204" pitchFamily="34" charset="0"/>
              </a:rPr>
              <a:t>Режимы:</a:t>
            </a:r>
            <a:endParaRPr kumimoji="0" lang="ru-RU" altLang="ru-RU" sz="1800" b="0" i="0" u="none" strike="noStrike" cap="none" normalizeH="0" baseline="0" dirty="0">
              <a:ln>
                <a:noFill/>
              </a:ln>
              <a:solidFill>
                <a:schemeClr val="tx1"/>
              </a:solidFill>
              <a:effectLst/>
              <a:latin typeface="Arial" panose="020B0604020202020204" pitchFamily="34" charset="0"/>
            </a:endParaRPr>
          </a:p>
          <a:p>
            <a:pPr marR="0" lvl="0" indent="-285750" eaLnBrk="0" fontAlgn="base" hangingPunct="0">
              <a:lnSpc>
                <a:spcPct val="150000"/>
              </a:lnSpc>
              <a:spcBef>
                <a:spcPct val="0"/>
              </a:spcBef>
              <a:spcAft>
                <a:spcPct val="0"/>
              </a:spcAft>
              <a:buClrTx/>
              <a:buSzTx/>
              <a:buFontTx/>
              <a:buChar char="•"/>
              <a:tabLst/>
            </a:pPr>
            <a:r>
              <a:rPr lang="ru-RU" altLang="ru-RU" sz="1600" dirty="0">
                <a:latin typeface="Arial" panose="020B0604020202020204" pitchFamily="34" charset="0"/>
              </a:rPr>
              <a:t>"Classic": Играй, пока есть ходы.</a:t>
            </a:r>
          </a:p>
          <a:p>
            <a:pPr marR="0" lvl="0" indent="-285750" eaLnBrk="0" fontAlgn="base" hangingPunct="0">
              <a:lnSpc>
                <a:spcPct val="150000"/>
              </a:lnSpc>
              <a:spcBef>
                <a:spcPct val="0"/>
              </a:spcBef>
              <a:spcAft>
                <a:spcPct val="0"/>
              </a:spcAft>
              <a:buClrTx/>
              <a:buSzTx/>
              <a:buFontTx/>
              <a:buChar char="•"/>
              <a:tabLst/>
            </a:pPr>
            <a:r>
              <a:rPr lang="ru-RU" altLang="ru-RU" sz="1600" dirty="0">
                <a:latin typeface="Arial" panose="020B0604020202020204" pitchFamily="34" charset="0"/>
              </a:rPr>
              <a:t>"</a:t>
            </a:r>
            <a:r>
              <a:rPr lang="ru-RU" altLang="ru-RU" sz="1600" dirty="0" err="1">
                <a:latin typeface="Arial" panose="020B0604020202020204" pitchFamily="34" charset="0"/>
              </a:rPr>
              <a:t>Adventure</a:t>
            </a:r>
            <a:r>
              <a:rPr lang="ru-RU" altLang="ru-RU" sz="1600" dirty="0">
                <a:latin typeface="Arial" panose="020B0604020202020204" pitchFamily="34" charset="0"/>
              </a:rPr>
              <a:t>": 10 уровней с усложняющимися условиями.</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ru-RU" altLang="ru-RU"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42205253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51DF3D98-3C30-4CFC-8643-C81E829C8C25}"/>
              </a:ext>
            </a:extLst>
          </p:cNvPr>
          <p:cNvSpPr>
            <a:spLocks noGrp="1"/>
          </p:cNvSpPr>
          <p:nvPr>
            <p:ph type="ctrTitle"/>
          </p:nvPr>
        </p:nvSpPr>
        <p:spPr/>
        <p:txBody>
          <a:bodyPr rtlCol="0" anchor="t">
            <a:noAutofit/>
          </a:bodyPr>
          <a:lstStyle>
            <a:defPPr>
              <a:defRPr lang="ru-MO"/>
            </a:defPPr>
          </a:lstStyle>
          <a:p>
            <a:pPr algn="l" rtl="0"/>
            <a:r>
              <a:rPr lang="ru-RU" dirty="0"/>
              <a:t>Интерфейс</a:t>
            </a:r>
            <a:endParaRPr lang="ru-RU" sz="9600" spc="300" dirty="0">
              <a:ln w="28575">
                <a:solidFill>
                  <a:schemeClr val="tx1"/>
                </a:solidFill>
              </a:ln>
              <a:noFill/>
            </a:endParaRPr>
          </a:p>
        </p:txBody>
      </p:sp>
      <p:pic>
        <p:nvPicPr>
          <p:cNvPr id="4" name="Рисунок 3">
            <a:extLst>
              <a:ext uri="{FF2B5EF4-FFF2-40B4-BE49-F238E27FC236}">
                <a16:creationId xmlns:a16="http://schemas.microsoft.com/office/drawing/2014/main" id="{3C1DA482-91DD-1DE7-15A2-545AECB1C80D}"/>
              </a:ext>
            </a:extLst>
          </p:cNvPr>
          <p:cNvPicPr>
            <a:picLocks noChangeAspect="1"/>
          </p:cNvPicPr>
          <p:nvPr/>
        </p:nvPicPr>
        <p:blipFill>
          <a:blip r:embed="rId3"/>
          <a:stretch>
            <a:fillRect/>
          </a:stretch>
        </p:blipFill>
        <p:spPr>
          <a:xfrm>
            <a:off x="1703512" y="3356992"/>
            <a:ext cx="3600400" cy="3600400"/>
          </a:xfrm>
          <a:prstGeom prst="rect">
            <a:avLst/>
          </a:prstGeom>
        </p:spPr>
      </p:pic>
    </p:spTree>
    <p:extLst>
      <p:ext uri="{BB962C8B-B14F-4D97-AF65-F5344CB8AC3E}">
        <p14:creationId xmlns:p14="http://schemas.microsoft.com/office/powerpoint/2010/main" val="330807197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Заголовок 3">
            <a:extLst>
              <a:ext uri="{FF2B5EF4-FFF2-40B4-BE49-F238E27FC236}">
                <a16:creationId xmlns:a16="http://schemas.microsoft.com/office/drawing/2014/main" id="{02B39BC3-1DB2-EB36-B4F5-81D5725C3436}"/>
              </a:ext>
            </a:extLst>
          </p:cNvPr>
          <p:cNvSpPr>
            <a:spLocks noGrp="1"/>
          </p:cNvSpPr>
          <p:nvPr>
            <p:ph type="title"/>
          </p:nvPr>
        </p:nvSpPr>
        <p:spPr>
          <a:xfrm>
            <a:off x="381000" y="1216152"/>
            <a:ext cx="5416296" cy="4416552"/>
          </a:xfrm>
        </p:spPr>
        <p:txBody>
          <a:bodyPr rtlCol="0"/>
          <a:lstStyle>
            <a:defPPr>
              <a:defRPr lang="ru-MO"/>
            </a:defPPr>
          </a:lstStyle>
          <a:p>
            <a:pPr rtl="0"/>
            <a:r>
              <a:rPr lang="ru-RU" dirty="0"/>
              <a:t>Главное меню</a:t>
            </a:r>
          </a:p>
        </p:txBody>
      </p:sp>
      <p:sp>
        <p:nvSpPr>
          <p:cNvPr id="2" name="Нижний колонтитул 1">
            <a:extLst>
              <a:ext uri="{FF2B5EF4-FFF2-40B4-BE49-F238E27FC236}">
                <a16:creationId xmlns:a16="http://schemas.microsoft.com/office/drawing/2014/main" id="{C20A50E1-0D2E-D811-2F66-646B4778FC31}"/>
              </a:ext>
            </a:extLst>
          </p:cNvPr>
          <p:cNvSpPr>
            <a:spLocks noGrp="1"/>
          </p:cNvSpPr>
          <p:nvPr>
            <p:ph type="ftr" sz="quarter" idx="11"/>
          </p:nvPr>
        </p:nvSpPr>
        <p:spPr>
          <a:xfrm>
            <a:off x="4038600" y="116632"/>
            <a:ext cx="4114800" cy="856526"/>
          </a:xfrm>
        </p:spPr>
        <p:txBody>
          <a:bodyPr rtlCol="0"/>
          <a:lstStyle>
            <a:defPPr>
              <a:defRPr lang="ru-MO"/>
            </a:defPPr>
          </a:lstStyle>
          <a:p>
            <a:pPr rtl="0"/>
            <a:r>
              <a:rPr lang="en-US" sz="1400" dirty="0"/>
              <a:t>Cube Cascade</a:t>
            </a:r>
            <a:endParaRPr lang="ru-RU" sz="1400" dirty="0"/>
          </a:p>
        </p:txBody>
      </p:sp>
      <p:sp>
        <p:nvSpPr>
          <p:cNvPr id="3" name="Номер слайда 2">
            <a:extLst>
              <a:ext uri="{FF2B5EF4-FFF2-40B4-BE49-F238E27FC236}">
                <a16:creationId xmlns:a16="http://schemas.microsoft.com/office/drawing/2014/main" id="{DB94A10F-0A8C-333B-6C47-B4125180D6FB}"/>
              </a:ext>
            </a:extLst>
          </p:cNvPr>
          <p:cNvSpPr>
            <a:spLocks noGrp="1"/>
          </p:cNvSpPr>
          <p:nvPr>
            <p:ph type="sldNum" sz="quarter" idx="12"/>
          </p:nvPr>
        </p:nvSpPr>
        <p:spPr/>
        <p:txBody>
          <a:bodyPr rtlCol="0"/>
          <a:lstStyle>
            <a:defPPr>
              <a:defRPr lang="ru-MO"/>
            </a:defPPr>
          </a:lstStyle>
          <a:p>
            <a:pPr rtl="0"/>
            <a:fld id="{294A09A9-5501-47C1-A89A-A340965A2BE2}" type="slidenum">
              <a:rPr lang="ru-RU" smtClean="0"/>
              <a:pPr/>
              <a:t>5</a:t>
            </a:fld>
            <a:endParaRPr lang="ru-RU" dirty="0"/>
          </a:p>
        </p:txBody>
      </p:sp>
      <p:graphicFrame>
        <p:nvGraphicFramePr>
          <p:cNvPr id="13" name="Объект 6" descr="Линейчатая диаграмма">
            <a:extLst>
              <a:ext uri="{FF2B5EF4-FFF2-40B4-BE49-F238E27FC236}">
                <a16:creationId xmlns:a16="http://schemas.microsoft.com/office/drawing/2014/main" id="{526A6C3E-6B91-320F-FB6C-EB636EE49439}"/>
              </a:ext>
            </a:extLst>
          </p:cNvPr>
          <p:cNvGraphicFramePr>
            <a:graphicFrameLocks/>
          </p:cNvGraphicFramePr>
          <p:nvPr>
            <p:extLst>
              <p:ext uri="{D42A27DB-BD31-4B8C-83A1-F6EECF244321}">
                <p14:modId xmlns:p14="http://schemas.microsoft.com/office/powerpoint/2010/main" val="2561539020"/>
              </p:ext>
            </p:extLst>
          </p:nvPr>
        </p:nvGraphicFramePr>
        <p:xfrm>
          <a:off x="6400801" y="1219201"/>
          <a:ext cx="4519735" cy="3145903"/>
        </p:xfrm>
        <a:graphic>
          <a:graphicData uri="http://schemas.openxmlformats.org/drawingml/2006/chart">
            <c:chart xmlns:c="http://schemas.openxmlformats.org/drawingml/2006/chart" xmlns:r="http://schemas.openxmlformats.org/officeDocument/2006/relationships" r:id="rId3"/>
          </a:graphicData>
        </a:graphic>
      </p:graphicFrame>
      <p:sp>
        <p:nvSpPr>
          <p:cNvPr id="5" name="Rectangle 1">
            <a:extLst>
              <a:ext uri="{FF2B5EF4-FFF2-40B4-BE49-F238E27FC236}">
                <a16:creationId xmlns:a16="http://schemas.microsoft.com/office/drawing/2014/main" id="{E5BD0B4E-FD89-EB27-F54B-8F3EE639A54E}"/>
              </a:ext>
            </a:extLst>
          </p:cNvPr>
          <p:cNvSpPr>
            <a:spLocks noChangeArrowheads="1"/>
          </p:cNvSpPr>
          <p:nvPr/>
        </p:nvSpPr>
        <p:spPr bwMode="auto">
          <a:xfrm>
            <a:off x="6383618" y="4484131"/>
            <a:ext cx="5616624"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ru-RU" altLang="ru-RU"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ru-RU" altLang="ru-RU" sz="1800" b="0" i="0" u="none" strike="noStrike" cap="none" normalizeH="0" baseline="0" dirty="0">
                <a:ln>
                  <a:noFill/>
                </a:ln>
                <a:solidFill>
                  <a:schemeClr val="tx1"/>
                </a:solidFill>
                <a:effectLst/>
                <a:latin typeface="Arial" panose="020B0604020202020204" pitchFamily="34" charset="0"/>
              </a:rPr>
              <a:t>Кнопки "Classic", "</a:t>
            </a:r>
            <a:r>
              <a:rPr kumimoji="0" lang="ru-RU" altLang="ru-RU" sz="1800" b="0" i="0" u="none" strike="noStrike" cap="none" normalizeH="0" baseline="0" dirty="0" err="1">
                <a:ln>
                  <a:noFill/>
                </a:ln>
                <a:solidFill>
                  <a:schemeClr val="tx1"/>
                </a:solidFill>
                <a:effectLst/>
                <a:latin typeface="Arial" panose="020B0604020202020204" pitchFamily="34" charset="0"/>
              </a:rPr>
              <a:t>Adventure</a:t>
            </a:r>
            <a:r>
              <a:rPr kumimoji="0" lang="ru-RU" altLang="ru-RU" sz="1800" b="0" i="0" u="none" strike="noStrike" cap="none" normalizeH="0" baseline="0" dirty="0">
                <a:ln>
                  <a:noFill/>
                </a:ln>
                <a:solidFill>
                  <a:schemeClr val="tx1"/>
                </a:solidFill>
                <a:effectLst/>
                <a:latin typeface="Arial" panose="020B0604020202020204" pitchFamily="34" charset="0"/>
              </a:rPr>
              <a:t>" и "</a:t>
            </a:r>
            <a:r>
              <a:rPr kumimoji="0" lang="ru-RU" altLang="ru-RU" sz="1800" b="0" i="0" u="none" strike="noStrike" cap="none" normalizeH="0" baseline="0" dirty="0" err="1">
                <a:ln>
                  <a:noFill/>
                </a:ln>
                <a:solidFill>
                  <a:schemeClr val="tx1"/>
                </a:solidFill>
                <a:effectLst/>
                <a:latin typeface="Arial" panose="020B0604020202020204" pitchFamily="34" charset="0"/>
              </a:rPr>
              <a:t>Settings</a:t>
            </a:r>
            <a:r>
              <a:rPr kumimoji="0" lang="ru-RU" altLang="ru-RU" sz="1800" b="0" i="0" u="none" strike="noStrike" cap="none" normalizeH="0" baseline="0" dirty="0">
                <a:ln>
                  <a:noFill/>
                </a:ln>
                <a:solidFill>
                  <a:schemeClr val="tx1"/>
                </a:solidFill>
                <a:effectLst/>
                <a:latin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ru-RU" altLang="ru-RU"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ru-RU" altLang="ru-RU" sz="1800" b="0" i="0" u="none" strike="noStrike" cap="none" normalizeH="0" baseline="0" dirty="0">
                <a:ln>
                  <a:noFill/>
                </a:ln>
                <a:solidFill>
                  <a:schemeClr val="tx1"/>
                </a:solidFill>
                <a:effectLst/>
                <a:latin typeface="Arial" panose="020B0604020202020204" pitchFamily="34" charset="0"/>
              </a:rPr>
              <a:t>Анимация кнопок при наведении. </a:t>
            </a:r>
          </a:p>
        </p:txBody>
      </p:sp>
    </p:spTree>
    <p:extLst>
      <p:ext uri="{BB962C8B-B14F-4D97-AF65-F5344CB8AC3E}">
        <p14:creationId xmlns:p14="http://schemas.microsoft.com/office/powerpoint/2010/main" val="305450027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3D441B7-60D7-2BA4-B058-7AB43FA49F72}"/>
              </a:ext>
            </a:extLst>
          </p:cNvPr>
          <p:cNvSpPr>
            <a:spLocks noGrp="1"/>
          </p:cNvSpPr>
          <p:nvPr>
            <p:ph type="title"/>
          </p:nvPr>
        </p:nvSpPr>
        <p:spPr/>
        <p:txBody>
          <a:bodyPr rtlCol="0"/>
          <a:lstStyle>
            <a:defPPr>
              <a:defRPr lang="ru-MO"/>
            </a:defPPr>
          </a:lstStyle>
          <a:p>
            <a:pPr rtl="0"/>
            <a:r>
              <a:rPr lang="en-US" dirty="0"/>
              <a:t>Classic</a:t>
            </a:r>
            <a:endParaRPr lang="ru-RU" dirty="0"/>
          </a:p>
        </p:txBody>
      </p:sp>
      <p:sp>
        <p:nvSpPr>
          <p:cNvPr id="4" name="Нижний колонтитул 3">
            <a:extLst>
              <a:ext uri="{FF2B5EF4-FFF2-40B4-BE49-F238E27FC236}">
                <a16:creationId xmlns:a16="http://schemas.microsoft.com/office/drawing/2014/main" id="{B071DF4C-EB67-6575-7791-C347DD98D341}"/>
              </a:ext>
            </a:extLst>
          </p:cNvPr>
          <p:cNvSpPr>
            <a:spLocks noGrp="1"/>
          </p:cNvSpPr>
          <p:nvPr>
            <p:ph type="ftr" sz="quarter" idx="11"/>
          </p:nvPr>
        </p:nvSpPr>
        <p:spPr>
          <a:xfrm>
            <a:off x="4038600" y="168657"/>
            <a:ext cx="4114800" cy="856526"/>
          </a:xfrm>
        </p:spPr>
        <p:txBody>
          <a:bodyPr rtlCol="0"/>
          <a:lstStyle>
            <a:defPPr>
              <a:defRPr lang="ru-MO"/>
            </a:defPPr>
          </a:lstStyle>
          <a:p>
            <a:pPr rtl="0"/>
            <a:r>
              <a:rPr lang="en-US" sz="1400" dirty="0"/>
              <a:t>Cube Cascade</a:t>
            </a:r>
            <a:endParaRPr lang="ru-RU" sz="1400" dirty="0"/>
          </a:p>
        </p:txBody>
      </p:sp>
      <p:sp>
        <p:nvSpPr>
          <p:cNvPr id="5" name="Номер слайда 4">
            <a:extLst>
              <a:ext uri="{FF2B5EF4-FFF2-40B4-BE49-F238E27FC236}">
                <a16:creationId xmlns:a16="http://schemas.microsoft.com/office/drawing/2014/main" id="{FB6BA244-3A6A-5970-796B-08549B1203D3}"/>
              </a:ext>
            </a:extLst>
          </p:cNvPr>
          <p:cNvSpPr>
            <a:spLocks noGrp="1"/>
          </p:cNvSpPr>
          <p:nvPr>
            <p:ph type="sldNum" sz="quarter" idx="12"/>
          </p:nvPr>
        </p:nvSpPr>
        <p:spPr/>
        <p:txBody>
          <a:bodyPr rtlCol="0"/>
          <a:lstStyle>
            <a:defPPr>
              <a:defRPr lang="ru-MO"/>
            </a:defPPr>
          </a:lstStyle>
          <a:p>
            <a:pPr rtl="0"/>
            <a:fld id="{294A09A9-5501-47C1-A89A-A340965A2BE2}" type="slidenum">
              <a:rPr lang="ru-RU" smtClean="0"/>
              <a:pPr/>
              <a:t>6</a:t>
            </a:fld>
            <a:endParaRPr lang="ru-RU"/>
          </a:p>
        </p:txBody>
      </p:sp>
      <p:pic>
        <p:nvPicPr>
          <p:cNvPr id="9" name="Рисунок 8">
            <a:extLst>
              <a:ext uri="{FF2B5EF4-FFF2-40B4-BE49-F238E27FC236}">
                <a16:creationId xmlns:a16="http://schemas.microsoft.com/office/drawing/2014/main" id="{A28AC309-C0FB-99D2-079A-5D1C187B569B}"/>
              </a:ext>
            </a:extLst>
          </p:cNvPr>
          <p:cNvPicPr>
            <a:picLocks noChangeAspect="1"/>
          </p:cNvPicPr>
          <p:nvPr/>
        </p:nvPicPr>
        <p:blipFill>
          <a:blip r:embed="rId3"/>
          <a:stretch>
            <a:fillRect/>
          </a:stretch>
        </p:blipFill>
        <p:spPr>
          <a:xfrm>
            <a:off x="3548757" y="2060848"/>
            <a:ext cx="5094486" cy="3816071"/>
          </a:xfrm>
          <a:prstGeom prst="rect">
            <a:avLst/>
          </a:prstGeom>
        </p:spPr>
      </p:pic>
    </p:spTree>
    <p:extLst>
      <p:ext uri="{BB962C8B-B14F-4D97-AF65-F5344CB8AC3E}">
        <p14:creationId xmlns:p14="http://schemas.microsoft.com/office/powerpoint/2010/main" val="77226782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CA1D9359-0F27-5A1A-3FEB-42BA41E916ED}"/>
              </a:ext>
            </a:extLst>
          </p:cNvPr>
          <p:cNvSpPr>
            <a:spLocks noGrp="1"/>
          </p:cNvSpPr>
          <p:nvPr>
            <p:ph type="title"/>
          </p:nvPr>
        </p:nvSpPr>
        <p:spPr/>
        <p:txBody>
          <a:bodyPr/>
          <a:lstStyle/>
          <a:p>
            <a:endParaRPr lang="ru-RU"/>
          </a:p>
        </p:txBody>
      </p:sp>
      <p:sp>
        <p:nvSpPr>
          <p:cNvPr id="3" name="Объект 2">
            <a:extLst>
              <a:ext uri="{FF2B5EF4-FFF2-40B4-BE49-F238E27FC236}">
                <a16:creationId xmlns:a16="http://schemas.microsoft.com/office/drawing/2014/main" id="{29B6D84F-7994-B95E-C9F3-F72ED63D6513}"/>
              </a:ext>
            </a:extLst>
          </p:cNvPr>
          <p:cNvSpPr>
            <a:spLocks noGrp="1"/>
          </p:cNvSpPr>
          <p:nvPr>
            <p:ph sz="half" idx="2"/>
          </p:nvPr>
        </p:nvSpPr>
        <p:spPr/>
        <p:txBody>
          <a:bodyPr/>
          <a:lstStyle/>
          <a:p>
            <a:endParaRPr lang="ru-RU"/>
          </a:p>
        </p:txBody>
      </p:sp>
      <p:sp>
        <p:nvSpPr>
          <p:cNvPr id="4" name="Нижний колонтитул 3">
            <a:extLst>
              <a:ext uri="{FF2B5EF4-FFF2-40B4-BE49-F238E27FC236}">
                <a16:creationId xmlns:a16="http://schemas.microsoft.com/office/drawing/2014/main" id="{8A294F26-36C3-AC09-CBFF-931FBD0C7BDF}"/>
              </a:ext>
            </a:extLst>
          </p:cNvPr>
          <p:cNvSpPr>
            <a:spLocks noGrp="1"/>
          </p:cNvSpPr>
          <p:nvPr>
            <p:ph type="ftr" sz="quarter" idx="11"/>
          </p:nvPr>
        </p:nvSpPr>
        <p:spPr/>
        <p:txBody>
          <a:bodyPr/>
          <a:lstStyle/>
          <a:p>
            <a:pPr rtl="0"/>
            <a:r>
              <a:rPr lang="ru-RU" noProof="0"/>
              <a:t>ЗАГОЛОВОК ПРЕЗЕНТАЦИИ</a:t>
            </a:r>
          </a:p>
        </p:txBody>
      </p:sp>
      <p:sp>
        <p:nvSpPr>
          <p:cNvPr id="5" name="Номер слайда 4">
            <a:extLst>
              <a:ext uri="{FF2B5EF4-FFF2-40B4-BE49-F238E27FC236}">
                <a16:creationId xmlns:a16="http://schemas.microsoft.com/office/drawing/2014/main" id="{2E61B3E7-BAF6-9D4B-06B1-9ECE4D4530CE}"/>
              </a:ext>
            </a:extLst>
          </p:cNvPr>
          <p:cNvSpPr>
            <a:spLocks noGrp="1"/>
          </p:cNvSpPr>
          <p:nvPr>
            <p:ph type="sldNum" sz="quarter" idx="12"/>
          </p:nvPr>
        </p:nvSpPr>
        <p:spPr/>
        <p:txBody>
          <a:bodyPr/>
          <a:lstStyle/>
          <a:p>
            <a:pPr rtl="0"/>
            <a:fld id="{294A09A9-5501-47C1-A89A-A340965A2BE2}" type="slidenum">
              <a:rPr lang="ru-RU" noProof="0" smtClean="0"/>
              <a:t>7</a:t>
            </a:fld>
            <a:endParaRPr lang="ru-RU" noProof="0"/>
          </a:p>
        </p:txBody>
      </p:sp>
    </p:spTree>
    <p:extLst>
      <p:ext uri="{BB962C8B-B14F-4D97-AF65-F5344CB8AC3E}">
        <p14:creationId xmlns:p14="http://schemas.microsoft.com/office/powerpoint/2010/main" val="156298021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Заголовок 5">
            <a:extLst>
              <a:ext uri="{FF2B5EF4-FFF2-40B4-BE49-F238E27FC236}">
                <a16:creationId xmlns:a16="http://schemas.microsoft.com/office/drawing/2014/main" id="{19B727DE-9C16-360C-F34F-96B63BA5504C}"/>
              </a:ext>
            </a:extLst>
          </p:cNvPr>
          <p:cNvSpPr>
            <a:spLocks noGrp="1"/>
          </p:cNvSpPr>
          <p:nvPr>
            <p:ph type="title"/>
          </p:nvPr>
        </p:nvSpPr>
        <p:spPr/>
        <p:txBody>
          <a:bodyPr rtlCol="0"/>
          <a:lstStyle>
            <a:defPPr>
              <a:defRPr lang="ru-MO"/>
            </a:defPPr>
          </a:lstStyle>
          <a:p>
            <a:pPr rtl="0"/>
            <a:r>
              <a:rPr lang="ru-RU"/>
              <a:t>Удачные возможности для бизнеса похожи на автобусы. Всегда появится следующая.</a:t>
            </a:r>
          </a:p>
        </p:txBody>
      </p:sp>
      <p:sp>
        <p:nvSpPr>
          <p:cNvPr id="7" name="Текст 6">
            <a:extLst>
              <a:ext uri="{FF2B5EF4-FFF2-40B4-BE49-F238E27FC236}">
                <a16:creationId xmlns:a16="http://schemas.microsoft.com/office/drawing/2014/main" id="{4067AB90-919C-547C-EA0C-C5763E0BC234}"/>
              </a:ext>
            </a:extLst>
          </p:cNvPr>
          <p:cNvSpPr>
            <a:spLocks noGrp="1"/>
          </p:cNvSpPr>
          <p:nvPr>
            <p:ph type="body" sz="quarter" idx="13"/>
          </p:nvPr>
        </p:nvSpPr>
        <p:spPr/>
        <p:txBody>
          <a:bodyPr rtlCol="0"/>
          <a:lstStyle>
            <a:defPPr>
              <a:defRPr lang="ru-MO"/>
            </a:defPPr>
          </a:lstStyle>
          <a:p>
            <a:pPr rtl="0"/>
            <a:r>
              <a:rPr lang="ru-RU"/>
              <a:t>Ричард Брэнсон</a:t>
            </a:r>
          </a:p>
        </p:txBody>
      </p:sp>
      <p:sp>
        <p:nvSpPr>
          <p:cNvPr id="11" name="Текст 10">
            <a:extLst>
              <a:ext uri="{FF2B5EF4-FFF2-40B4-BE49-F238E27FC236}">
                <a16:creationId xmlns:a16="http://schemas.microsoft.com/office/drawing/2014/main" id="{838F1D27-7C00-ADDA-3E62-FDBF008D5DDE}"/>
              </a:ext>
            </a:extLst>
          </p:cNvPr>
          <p:cNvSpPr>
            <a:spLocks noGrp="1"/>
          </p:cNvSpPr>
          <p:nvPr>
            <p:ph type="body" sz="quarter" idx="15"/>
          </p:nvPr>
        </p:nvSpPr>
        <p:spPr/>
        <p:txBody>
          <a:bodyPr rtlCol="0"/>
          <a:lstStyle>
            <a:defPPr>
              <a:defRPr lang="ru-MO"/>
            </a:defPPr>
          </a:lstStyle>
          <a:p>
            <a:pPr rtl="0"/>
            <a:r>
              <a:rPr lang="ru-RU"/>
              <a:t>”</a:t>
            </a:r>
          </a:p>
        </p:txBody>
      </p:sp>
      <p:sp>
        <p:nvSpPr>
          <p:cNvPr id="10" name="Текст 9">
            <a:extLst>
              <a:ext uri="{FF2B5EF4-FFF2-40B4-BE49-F238E27FC236}">
                <a16:creationId xmlns:a16="http://schemas.microsoft.com/office/drawing/2014/main" id="{65E24183-EEFA-02B9-BFB3-2C57E0B5A3FD}"/>
              </a:ext>
            </a:extLst>
          </p:cNvPr>
          <p:cNvSpPr>
            <a:spLocks noGrp="1"/>
          </p:cNvSpPr>
          <p:nvPr>
            <p:ph type="body" sz="quarter" idx="14"/>
          </p:nvPr>
        </p:nvSpPr>
        <p:spPr/>
        <p:txBody>
          <a:bodyPr rtlCol="0"/>
          <a:lstStyle>
            <a:defPPr>
              <a:defRPr lang="ru-MO"/>
            </a:defPPr>
          </a:lstStyle>
          <a:p>
            <a:pPr rtl="0"/>
            <a:r>
              <a:rPr lang="ru-RU"/>
              <a:t>“</a:t>
            </a:r>
          </a:p>
        </p:txBody>
      </p:sp>
    </p:spTree>
    <p:extLst>
      <p:ext uri="{BB962C8B-B14F-4D97-AF65-F5344CB8AC3E}">
        <p14:creationId xmlns:p14="http://schemas.microsoft.com/office/powerpoint/2010/main" val="211371374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Заголовок 15">
            <a:extLst>
              <a:ext uri="{FF2B5EF4-FFF2-40B4-BE49-F238E27FC236}">
                <a16:creationId xmlns:a16="http://schemas.microsoft.com/office/drawing/2014/main" id="{599B5F29-ED3B-9B44-DBBE-FD28EE7733A7}"/>
              </a:ext>
            </a:extLst>
          </p:cNvPr>
          <p:cNvSpPr>
            <a:spLocks noGrp="1"/>
          </p:cNvSpPr>
          <p:nvPr>
            <p:ph type="title"/>
          </p:nvPr>
        </p:nvSpPr>
        <p:spPr/>
        <p:txBody>
          <a:bodyPr rtlCol="0"/>
          <a:lstStyle>
            <a:defPPr>
              <a:defRPr lang="ru-MO"/>
            </a:defPPr>
          </a:lstStyle>
          <a:p>
            <a:pPr rtl="0"/>
            <a:r>
              <a:rPr lang="ru-RU" dirty="0"/>
              <a:t>Архитектура проекта</a:t>
            </a:r>
          </a:p>
        </p:txBody>
      </p:sp>
      <p:sp>
        <p:nvSpPr>
          <p:cNvPr id="2" name="Нижний колонтитул 1">
            <a:extLst>
              <a:ext uri="{FF2B5EF4-FFF2-40B4-BE49-F238E27FC236}">
                <a16:creationId xmlns:a16="http://schemas.microsoft.com/office/drawing/2014/main" id="{91A8AD5F-DCF2-F71C-E7E2-C2FD42878531}"/>
              </a:ext>
            </a:extLst>
          </p:cNvPr>
          <p:cNvSpPr>
            <a:spLocks noGrp="1"/>
          </p:cNvSpPr>
          <p:nvPr>
            <p:ph type="ftr" sz="quarter" idx="11"/>
          </p:nvPr>
        </p:nvSpPr>
        <p:spPr>
          <a:xfrm>
            <a:off x="4038600" y="127849"/>
            <a:ext cx="4114800" cy="856526"/>
          </a:xfrm>
        </p:spPr>
        <p:txBody>
          <a:bodyPr rtlCol="0"/>
          <a:lstStyle>
            <a:defPPr>
              <a:defRPr lang="ru-MO"/>
            </a:defPPr>
          </a:lstStyle>
          <a:p>
            <a:pPr rtl="0"/>
            <a:r>
              <a:rPr lang="en-US" sz="1400" dirty="0"/>
              <a:t>Cube Cascade</a:t>
            </a:r>
            <a:endParaRPr lang="ru-RU" sz="1400" dirty="0"/>
          </a:p>
        </p:txBody>
      </p:sp>
      <p:sp>
        <p:nvSpPr>
          <p:cNvPr id="8" name="Текст 7">
            <a:extLst>
              <a:ext uri="{FF2B5EF4-FFF2-40B4-BE49-F238E27FC236}">
                <a16:creationId xmlns:a16="http://schemas.microsoft.com/office/drawing/2014/main" id="{F07ACA27-076A-FAA7-417C-5BC0A85F36AF}"/>
              </a:ext>
            </a:extLst>
          </p:cNvPr>
          <p:cNvSpPr>
            <a:spLocks noGrp="1"/>
          </p:cNvSpPr>
          <p:nvPr>
            <p:ph type="body" sz="quarter" idx="17"/>
          </p:nvPr>
        </p:nvSpPr>
        <p:spPr>
          <a:xfrm>
            <a:off x="858956" y="2415263"/>
            <a:ext cx="2286000" cy="274320"/>
          </a:xfrm>
        </p:spPr>
        <p:txBody>
          <a:bodyPr rtlCol="0"/>
          <a:lstStyle>
            <a:defPPr>
              <a:defRPr lang="ru-MO"/>
            </a:defPPr>
          </a:lstStyle>
          <a:p>
            <a:pPr rtl="0"/>
            <a:r>
              <a:rPr lang="ru-RU" sz="2000" dirty="0"/>
              <a:t>модули</a:t>
            </a:r>
          </a:p>
        </p:txBody>
      </p:sp>
      <p:sp>
        <p:nvSpPr>
          <p:cNvPr id="9" name="Текст 8">
            <a:extLst>
              <a:ext uri="{FF2B5EF4-FFF2-40B4-BE49-F238E27FC236}">
                <a16:creationId xmlns:a16="http://schemas.microsoft.com/office/drawing/2014/main" id="{D59ACCB8-2E44-8B01-9BCD-7AD37DA20F2E}"/>
              </a:ext>
            </a:extLst>
          </p:cNvPr>
          <p:cNvSpPr>
            <a:spLocks noGrp="1"/>
          </p:cNvSpPr>
          <p:nvPr>
            <p:ph type="body" sz="quarter" idx="18"/>
          </p:nvPr>
        </p:nvSpPr>
        <p:spPr>
          <a:xfrm>
            <a:off x="858956" y="2754014"/>
            <a:ext cx="2286000" cy="674986"/>
          </a:xfrm>
        </p:spPr>
        <p:txBody>
          <a:bodyPr rtlCol="0"/>
          <a:lstStyle>
            <a:defPPr>
              <a:defRPr lang="ru-MO"/>
            </a:defPPr>
          </a:lstStyle>
          <a:p>
            <a:pPr rtl="0">
              <a:lnSpc>
                <a:spcPct val="150000"/>
              </a:lnSpc>
            </a:pPr>
            <a:r>
              <a:rPr lang="en-US" sz="1400" i="1" dirty="0" err="1"/>
              <a:t>PyGame</a:t>
            </a:r>
            <a:endParaRPr lang="en-US" sz="1400" i="1" dirty="0"/>
          </a:p>
          <a:p>
            <a:pPr rtl="0">
              <a:lnSpc>
                <a:spcPct val="150000"/>
              </a:lnSpc>
            </a:pPr>
            <a:r>
              <a:rPr lang="en-US" sz="1400" i="1" dirty="0"/>
              <a:t>SQLite</a:t>
            </a:r>
            <a:endParaRPr lang="ru-RU" sz="1400" i="1" dirty="0"/>
          </a:p>
        </p:txBody>
      </p:sp>
      <p:sp>
        <p:nvSpPr>
          <p:cNvPr id="10" name="Текст 9">
            <a:extLst>
              <a:ext uri="{FF2B5EF4-FFF2-40B4-BE49-F238E27FC236}">
                <a16:creationId xmlns:a16="http://schemas.microsoft.com/office/drawing/2014/main" id="{5670C16D-9661-482A-986D-0D6CB98AB869}"/>
              </a:ext>
            </a:extLst>
          </p:cNvPr>
          <p:cNvSpPr>
            <a:spLocks noGrp="1"/>
          </p:cNvSpPr>
          <p:nvPr>
            <p:ph type="body" sz="quarter" idx="19"/>
          </p:nvPr>
        </p:nvSpPr>
        <p:spPr>
          <a:xfrm>
            <a:off x="3627305" y="2415263"/>
            <a:ext cx="2286000" cy="274320"/>
          </a:xfrm>
        </p:spPr>
        <p:txBody>
          <a:bodyPr rtlCol="0"/>
          <a:lstStyle>
            <a:defPPr>
              <a:defRPr lang="ru-MO"/>
            </a:defPPr>
          </a:lstStyle>
          <a:p>
            <a:r>
              <a:rPr lang="ru-RU" sz="2000" dirty="0"/>
              <a:t>классы</a:t>
            </a:r>
          </a:p>
        </p:txBody>
      </p:sp>
      <p:sp>
        <p:nvSpPr>
          <p:cNvPr id="11" name="Текст 10">
            <a:extLst>
              <a:ext uri="{FF2B5EF4-FFF2-40B4-BE49-F238E27FC236}">
                <a16:creationId xmlns:a16="http://schemas.microsoft.com/office/drawing/2014/main" id="{22115526-AEC6-C024-712E-E6CC8FB60E4D}"/>
              </a:ext>
            </a:extLst>
          </p:cNvPr>
          <p:cNvSpPr>
            <a:spLocks noGrp="1"/>
          </p:cNvSpPr>
          <p:nvPr>
            <p:ph type="body" sz="quarter" idx="20"/>
          </p:nvPr>
        </p:nvSpPr>
        <p:spPr>
          <a:xfrm>
            <a:off x="3627305" y="2754014"/>
            <a:ext cx="2286000" cy="1388220"/>
          </a:xfrm>
        </p:spPr>
        <p:txBody>
          <a:bodyPr rtlCol="0"/>
          <a:lstStyle>
            <a:defPPr>
              <a:defRPr lang="ru-MO"/>
            </a:defPPr>
          </a:lstStyle>
          <a:p>
            <a:pPr>
              <a:lnSpc>
                <a:spcPct val="150000"/>
              </a:lnSpc>
            </a:pPr>
            <a:r>
              <a:rPr lang="en-US" sz="1400" i="1" dirty="0"/>
              <a:t>Grid</a:t>
            </a:r>
          </a:p>
          <a:p>
            <a:pPr>
              <a:lnSpc>
                <a:spcPct val="150000"/>
              </a:lnSpc>
            </a:pPr>
            <a:r>
              <a:rPr lang="en-US" sz="1400" i="1" dirty="0"/>
              <a:t>Shape</a:t>
            </a:r>
          </a:p>
          <a:p>
            <a:pPr>
              <a:lnSpc>
                <a:spcPct val="150000"/>
              </a:lnSpc>
            </a:pPr>
            <a:r>
              <a:rPr lang="en-US" sz="1400" i="1" dirty="0"/>
              <a:t>Button</a:t>
            </a:r>
          </a:p>
          <a:p>
            <a:pPr>
              <a:lnSpc>
                <a:spcPct val="150000"/>
              </a:lnSpc>
            </a:pPr>
            <a:r>
              <a:rPr lang="en-US" sz="1400" i="1" dirty="0"/>
              <a:t>Adventure</a:t>
            </a:r>
            <a:endParaRPr lang="ru-RU" sz="1400" i="1" dirty="0"/>
          </a:p>
        </p:txBody>
      </p:sp>
      <p:sp>
        <p:nvSpPr>
          <p:cNvPr id="12" name="Текст 11">
            <a:extLst>
              <a:ext uri="{FF2B5EF4-FFF2-40B4-BE49-F238E27FC236}">
                <a16:creationId xmlns:a16="http://schemas.microsoft.com/office/drawing/2014/main" id="{E26CB388-D0E5-9548-A57B-8A5352089E15}"/>
              </a:ext>
            </a:extLst>
          </p:cNvPr>
          <p:cNvSpPr>
            <a:spLocks noGrp="1"/>
          </p:cNvSpPr>
          <p:nvPr>
            <p:ph type="body" sz="quarter" idx="21"/>
          </p:nvPr>
        </p:nvSpPr>
        <p:spPr>
          <a:xfrm>
            <a:off x="6017915" y="2456553"/>
            <a:ext cx="2969912" cy="233030"/>
          </a:xfrm>
        </p:spPr>
        <p:txBody>
          <a:bodyPr rtlCol="0"/>
          <a:lstStyle>
            <a:defPPr>
              <a:defRPr lang="ru-MO"/>
            </a:defPPr>
          </a:lstStyle>
          <a:p>
            <a:r>
              <a:rPr lang="ru-RU" sz="2000" dirty="0"/>
              <a:t>технологии</a:t>
            </a:r>
          </a:p>
        </p:txBody>
      </p:sp>
      <p:sp>
        <p:nvSpPr>
          <p:cNvPr id="13" name="Текст 12">
            <a:extLst>
              <a:ext uri="{FF2B5EF4-FFF2-40B4-BE49-F238E27FC236}">
                <a16:creationId xmlns:a16="http://schemas.microsoft.com/office/drawing/2014/main" id="{7DA1EEF4-1C46-B9FD-302F-61FC0265F748}"/>
              </a:ext>
            </a:extLst>
          </p:cNvPr>
          <p:cNvSpPr>
            <a:spLocks noGrp="1"/>
          </p:cNvSpPr>
          <p:nvPr>
            <p:ph type="body" sz="quarter" idx="22"/>
          </p:nvPr>
        </p:nvSpPr>
        <p:spPr>
          <a:xfrm>
            <a:off x="6359871" y="2751728"/>
            <a:ext cx="2286000" cy="1388220"/>
          </a:xfrm>
        </p:spPr>
        <p:txBody>
          <a:bodyPr rtlCol="0"/>
          <a:lstStyle>
            <a:defPPr>
              <a:defRPr lang="ru-MO"/>
            </a:defPPr>
          </a:lstStyle>
          <a:p>
            <a:pPr rtl="0">
              <a:lnSpc>
                <a:spcPct val="150000"/>
              </a:lnSpc>
            </a:pPr>
            <a:r>
              <a:rPr lang="en-US" sz="1400" i="1" dirty="0"/>
              <a:t>Python 3</a:t>
            </a:r>
          </a:p>
          <a:p>
            <a:pPr rtl="0">
              <a:lnSpc>
                <a:spcPct val="150000"/>
              </a:lnSpc>
            </a:pPr>
            <a:r>
              <a:rPr lang="en-US" sz="1400" i="1" dirty="0" err="1"/>
              <a:t>PyGame</a:t>
            </a:r>
            <a:endParaRPr lang="en-US" sz="1400" i="1" dirty="0"/>
          </a:p>
          <a:p>
            <a:pPr rtl="0">
              <a:lnSpc>
                <a:spcPct val="150000"/>
              </a:lnSpc>
            </a:pPr>
            <a:r>
              <a:rPr lang="en-US" sz="1400" i="1" dirty="0"/>
              <a:t>SQLite Studio</a:t>
            </a:r>
          </a:p>
          <a:p>
            <a:pPr rtl="0">
              <a:lnSpc>
                <a:spcPct val="150000"/>
              </a:lnSpc>
            </a:pPr>
            <a:r>
              <a:rPr lang="en-US" sz="1400" i="1" dirty="0"/>
              <a:t>Random</a:t>
            </a:r>
          </a:p>
        </p:txBody>
      </p:sp>
      <p:sp>
        <p:nvSpPr>
          <p:cNvPr id="14" name="Текст 13">
            <a:extLst>
              <a:ext uri="{FF2B5EF4-FFF2-40B4-BE49-F238E27FC236}">
                <a16:creationId xmlns:a16="http://schemas.microsoft.com/office/drawing/2014/main" id="{519D9E81-2623-349E-904D-8BF6ECE353BA}"/>
              </a:ext>
            </a:extLst>
          </p:cNvPr>
          <p:cNvSpPr>
            <a:spLocks noGrp="1"/>
          </p:cNvSpPr>
          <p:nvPr>
            <p:ph type="body" sz="quarter" idx="23"/>
          </p:nvPr>
        </p:nvSpPr>
        <p:spPr>
          <a:xfrm>
            <a:off x="9095930" y="2418762"/>
            <a:ext cx="2286000" cy="274320"/>
          </a:xfrm>
        </p:spPr>
        <p:txBody>
          <a:bodyPr rtlCol="0"/>
          <a:lstStyle>
            <a:defPPr>
              <a:defRPr lang="ru-MO"/>
            </a:defPPr>
          </a:lstStyle>
          <a:p>
            <a:r>
              <a:rPr lang="ru-RU" sz="2000" dirty="0"/>
              <a:t>таблицы</a:t>
            </a:r>
          </a:p>
        </p:txBody>
      </p:sp>
      <p:sp>
        <p:nvSpPr>
          <p:cNvPr id="15" name="Текст 14">
            <a:extLst>
              <a:ext uri="{FF2B5EF4-FFF2-40B4-BE49-F238E27FC236}">
                <a16:creationId xmlns:a16="http://schemas.microsoft.com/office/drawing/2014/main" id="{2FC00352-D201-B54A-FE76-985161F19FEC}"/>
              </a:ext>
            </a:extLst>
          </p:cNvPr>
          <p:cNvSpPr>
            <a:spLocks noGrp="1"/>
          </p:cNvSpPr>
          <p:nvPr>
            <p:ph type="body" sz="quarter" idx="24"/>
          </p:nvPr>
        </p:nvSpPr>
        <p:spPr>
          <a:xfrm>
            <a:off x="9128220" y="2767534"/>
            <a:ext cx="2286000" cy="1741586"/>
          </a:xfrm>
        </p:spPr>
        <p:txBody>
          <a:bodyPr rtlCol="0"/>
          <a:lstStyle>
            <a:defPPr>
              <a:defRPr lang="ru-MO"/>
            </a:defPPr>
          </a:lstStyle>
          <a:p>
            <a:pPr>
              <a:lnSpc>
                <a:spcPct val="150000"/>
              </a:lnSpc>
            </a:pPr>
            <a:r>
              <a:rPr lang="en-US" sz="1400" i="1" dirty="0"/>
              <a:t>Adventure grid</a:t>
            </a:r>
          </a:p>
          <a:p>
            <a:pPr>
              <a:lnSpc>
                <a:spcPct val="150000"/>
              </a:lnSpc>
            </a:pPr>
            <a:r>
              <a:rPr lang="en-US" sz="1400" i="1" dirty="0"/>
              <a:t>Classic grid</a:t>
            </a:r>
          </a:p>
          <a:p>
            <a:pPr>
              <a:lnSpc>
                <a:spcPct val="150000"/>
              </a:lnSpc>
            </a:pPr>
            <a:r>
              <a:rPr lang="en-US" sz="1400" i="1" dirty="0"/>
              <a:t>Levels</a:t>
            </a:r>
          </a:p>
          <a:p>
            <a:pPr>
              <a:lnSpc>
                <a:spcPct val="150000"/>
              </a:lnSpc>
            </a:pPr>
            <a:r>
              <a:rPr lang="en-US" sz="1400" i="1" dirty="0"/>
              <a:t>Pieces</a:t>
            </a:r>
          </a:p>
          <a:p>
            <a:pPr>
              <a:lnSpc>
                <a:spcPct val="150000"/>
              </a:lnSpc>
            </a:pPr>
            <a:r>
              <a:rPr lang="en-US" sz="1400" i="1" dirty="0"/>
              <a:t>Scores</a:t>
            </a:r>
          </a:p>
        </p:txBody>
      </p:sp>
      <p:sp>
        <p:nvSpPr>
          <p:cNvPr id="3" name="Номер слайда 2">
            <a:extLst>
              <a:ext uri="{FF2B5EF4-FFF2-40B4-BE49-F238E27FC236}">
                <a16:creationId xmlns:a16="http://schemas.microsoft.com/office/drawing/2014/main" id="{C11CC6B6-E9D4-1736-ABF6-727D2464A975}"/>
              </a:ext>
            </a:extLst>
          </p:cNvPr>
          <p:cNvSpPr>
            <a:spLocks noGrp="1"/>
          </p:cNvSpPr>
          <p:nvPr>
            <p:ph type="sldNum" sz="quarter" idx="12"/>
          </p:nvPr>
        </p:nvSpPr>
        <p:spPr/>
        <p:txBody>
          <a:bodyPr rtlCol="0"/>
          <a:lstStyle>
            <a:defPPr>
              <a:defRPr lang="ru-MO"/>
            </a:defPPr>
          </a:lstStyle>
          <a:p>
            <a:pPr rtl="0"/>
            <a:fld id="{294A09A9-5501-47C1-A89A-A340965A2BE2}" type="slidenum">
              <a:rPr lang="ru-RU" smtClean="0"/>
              <a:pPr rtl="0"/>
              <a:t>9</a:t>
            </a:fld>
            <a:endParaRPr lang="ru-RU"/>
          </a:p>
        </p:txBody>
      </p:sp>
    </p:spTree>
    <p:extLst>
      <p:ext uri="{BB962C8B-B14F-4D97-AF65-F5344CB8AC3E}">
        <p14:creationId xmlns:p14="http://schemas.microsoft.com/office/powerpoint/2010/main" val="40284104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8737D19-4D60-B5D0-74C9-46A5D81261BB}"/>
              </a:ext>
            </a:extLst>
          </p:cNvPr>
          <p:cNvSpPr>
            <a:spLocks noGrp="1"/>
          </p:cNvSpPr>
          <p:nvPr>
            <p:ph type="title"/>
          </p:nvPr>
        </p:nvSpPr>
        <p:spPr>
          <a:xfrm>
            <a:off x="612648" y="725005"/>
            <a:ext cx="10972800" cy="1572768"/>
          </a:xfrm>
        </p:spPr>
        <p:txBody>
          <a:bodyPr rtlCol="0"/>
          <a:lstStyle>
            <a:defPPr>
              <a:defRPr lang="ru-MO"/>
            </a:defPPr>
          </a:lstStyle>
          <a:p>
            <a:pPr rtl="0"/>
            <a:r>
              <a:rPr lang="ru-RU" dirty="0"/>
              <a:t>Визуальные и звуковые эффекты</a:t>
            </a:r>
          </a:p>
        </p:txBody>
      </p:sp>
      <p:sp>
        <p:nvSpPr>
          <p:cNvPr id="7" name="Нижний колонтитул 6">
            <a:extLst>
              <a:ext uri="{FF2B5EF4-FFF2-40B4-BE49-F238E27FC236}">
                <a16:creationId xmlns:a16="http://schemas.microsoft.com/office/drawing/2014/main" id="{C9F924E8-B6E6-C266-842D-422148E57074}"/>
              </a:ext>
            </a:extLst>
          </p:cNvPr>
          <p:cNvSpPr>
            <a:spLocks noGrp="1"/>
          </p:cNvSpPr>
          <p:nvPr>
            <p:ph type="ftr" sz="quarter" idx="11"/>
          </p:nvPr>
        </p:nvSpPr>
        <p:spPr>
          <a:xfrm>
            <a:off x="4038600" y="114393"/>
            <a:ext cx="4114800" cy="856526"/>
          </a:xfrm>
        </p:spPr>
        <p:txBody>
          <a:bodyPr rtlCol="0"/>
          <a:lstStyle>
            <a:defPPr>
              <a:defRPr lang="ru-MO"/>
            </a:defPPr>
          </a:lstStyle>
          <a:p>
            <a:pPr rtl="0"/>
            <a:r>
              <a:rPr lang="en-US" sz="1400" dirty="0"/>
              <a:t>Cube Cascade</a:t>
            </a:r>
            <a:endParaRPr lang="ru-RU" sz="1400" dirty="0"/>
          </a:p>
        </p:txBody>
      </p:sp>
      <p:sp>
        <p:nvSpPr>
          <p:cNvPr id="3" name="Текст 2">
            <a:extLst>
              <a:ext uri="{FF2B5EF4-FFF2-40B4-BE49-F238E27FC236}">
                <a16:creationId xmlns:a16="http://schemas.microsoft.com/office/drawing/2014/main" id="{9B0814BF-E9DC-8615-1CF0-1112CBD60A66}"/>
              </a:ext>
            </a:extLst>
          </p:cNvPr>
          <p:cNvSpPr>
            <a:spLocks noGrp="1"/>
          </p:cNvSpPr>
          <p:nvPr>
            <p:ph type="body" idx="1"/>
          </p:nvPr>
        </p:nvSpPr>
        <p:spPr/>
        <p:txBody>
          <a:bodyPr rtlCol="0"/>
          <a:lstStyle>
            <a:defPPr>
              <a:defRPr lang="ru-MO"/>
            </a:defPPr>
          </a:lstStyle>
          <a:p>
            <a:pPr rtl="0"/>
            <a:r>
              <a:rPr lang="ru-RU" sz="1400" dirty="0"/>
              <a:t>Динамика</a:t>
            </a:r>
          </a:p>
        </p:txBody>
      </p:sp>
      <p:sp>
        <p:nvSpPr>
          <p:cNvPr id="23" name="Объект 22">
            <a:extLst>
              <a:ext uri="{FF2B5EF4-FFF2-40B4-BE49-F238E27FC236}">
                <a16:creationId xmlns:a16="http://schemas.microsoft.com/office/drawing/2014/main" id="{2C051FD2-C541-D8EE-D263-DFD01AD1C602}"/>
              </a:ext>
            </a:extLst>
          </p:cNvPr>
          <p:cNvSpPr>
            <a:spLocks noGrp="1"/>
          </p:cNvSpPr>
          <p:nvPr>
            <p:ph sz="half" idx="2"/>
          </p:nvPr>
        </p:nvSpPr>
        <p:spPr/>
        <p:txBody>
          <a:bodyPr rtlCol="0"/>
          <a:lstStyle>
            <a:defPPr>
              <a:defRPr lang="ru-MO"/>
            </a:defPPr>
          </a:lstStyle>
          <a:p>
            <a:pPr rtl="0"/>
            <a:r>
              <a:rPr lang="ru-RU" sz="1300" dirty="0"/>
              <a:t>Заголовок переливается цветами радуги.</a:t>
            </a:r>
          </a:p>
          <a:p>
            <a:pPr rtl="0"/>
            <a:endParaRPr lang="ru-RU" dirty="0"/>
          </a:p>
        </p:txBody>
      </p:sp>
      <p:sp>
        <p:nvSpPr>
          <p:cNvPr id="5" name="Текст 4">
            <a:extLst>
              <a:ext uri="{FF2B5EF4-FFF2-40B4-BE49-F238E27FC236}">
                <a16:creationId xmlns:a16="http://schemas.microsoft.com/office/drawing/2014/main" id="{4714EE7D-83C7-DE47-C100-0904BB907007}"/>
              </a:ext>
            </a:extLst>
          </p:cNvPr>
          <p:cNvSpPr>
            <a:spLocks noGrp="1"/>
          </p:cNvSpPr>
          <p:nvPr>
            <p:ph type="body" sz="quarter" idx="3"/>
          </p:nvPr>
        </p:nvSpPr>
        <p:spPr/>
        <p:txBody>
          <a:bodyPr rtlCol="0"/>
          <a:lstStyle>
            <a:defPPr>
              <a:defRPr lang="ru-MO"/>
            </a:defPPr>
          </a:lstStyle>
          <a:p>
            <a:pPr rtl="0"/>
            <a:r>
              <a:rPr lang="ru-RU" sz="1400" dirty="0"/>
              <a:t>Анимация</a:t>
            </a:r>
          </a:p>
        </p:txBody>
      </p:sp>
      <p:sp>
        <p:nvSpPr>
          <p:cNvPr id="24" name="Объект 23">
            <a:extLst>
              <a:ext uri="{FF2B5EF4-FFF2-40B4-BE49-F238E27FC236}">
                <a16:creationId xmlns:a16="http://schemas.microsoft.com/office/drawing/2014/main" id="{61DE34F0-9D00-D163-584E-9738310DB6BC}"/>
              </a:ext>
            </a:extLst>
          </p:cNvPr>
          <p:cNvSpPr>
            <a:spLocks noGrp="1"/>
          </p:cNvSpPr>
          <p:nvPr>
            <p:ph sz="quarter" idx="4"/>
          </p:nvPr>
        </p:nvSpPr>
        <p:spPr/>
        <p:txBody>
          <a:bodyPr rtlCol="0"/>
          <a:lstStyle>
            <a:defPPr>
              <a:defRPr lang="ru-MO"/>
            </a:defPPr>
          </a:lstStyle>
          <a:p>
            <a:pPr lvl="0" rtl="0"/>
            <a:r>
              <a:rPr lang="ru-RU" sz="1300" dirty="0"/>
              <a:t>Плавное увеличение кнопок при наведении.</a:t>
            </a:r>
          </a:p>
        </p:txBody>
      </p:sp>
      <p:sp>
        <p:nvSpPr>
          <p:cNvPr id="9" name="Текст 8">
            <a:extLst>
              <a:ext uri="{FF2B5EF4-FFF2-40B4-BE49-F238E27FC236}">
                <a16:creationId xmlns:a16="http://schemas.microsoft.com/office/drawing/2014/main" id="{310ADB9E-1121-2450-35D1-8486C9BC3613}"/>
              </a:ext>
            </a:extLst>
          </p:cNvPr>
          <p:cNvSpPr>
            <a:spLocks noGrp="1"/>
          </p:cNvSpPr>
          <p:nvPr>
            <p:ph type="body" sz="quarter" idx="13"/>
          </p:nvPr>
        </p:nvSpPr>
        <p:spPr/>
        <p:txBody>
          <a:bodyPr rtlCol="0"/>
          <a:lstStyle>
            <a:defPPr>
              <a:defRPr lang="ru-MO"/>
            </a:defPPr>
          </a:lstStyle>
          <a:p>
            <a:pPr rtl="0"/>
            <a:r>
              <a:rPr lang="ru-RU" sz="1400" dirty="0"/>
              <a:t>Новый год</a:t>
            </a:r>
          </a:p>
        </p:txBody>
      </p:sp>
      <p:sp>
        <p:nvSpPr>
          <p:cNvPr id="25" name="Объект 24">
            <a:extLst>
              <a:ext uri="{FF2B5EF4-FFF2-40B4-BE49-F238E27FC236}">
                <a16:creationId xmlns:a16="http://schemas.microsoft.com/office/drawing/2014/main" id="{3F1B077F-4F6F-1F99-B5B6-BF27786BBA9F}"/>
              </a:ext>
            </a:extLst>
          </p:cNvPr>
          <p:cNvSpPr>
            <a:spLocks noGrp="1"/>
          </p:cNvSpPr>
          <p:nvPr>
            <p:ph sz="quarter" idx="14"/>
          </p:nvPr>
        </p:nvSpPr>
        <p:spPr/>
        <p:txBody>
          <a:bodyPr rtlCol="0"/>
          <a:lstStyle>
            <a:defPPr>
              <a:defRPr lang="ru-MO"/>
            </a:defPPr>
          </a:lstStyle>
          <a:p>
            <a:pPr lvl="0" rtl="0"/>
            <a:r>
              <a:rPr lang="ru-RU" sz="1300" dirty="0"/>
              <a:t>Снежинки украшают фон игрового меню.</a:t>
            </a:r>
          </a:p>
        </p:txBody>
      </p:sp>
      <p:sp>
        <p:nvSpPr>
          <p:cNvPr id="11" name="Текст 10">
            <a:extLst>
              <a:ext uri="{FF2B5EF4-FFF2-40B4-BE49-F238E27FC236}">
                <a16:creationId xmlns:a16="http://schemas.microsoft.com/office/drawing/2014/main" id="{FAA4C0B8-3B41-049C-EA95-B5BC48C10C66}"/>
              </a:ext>
            </a:extLst>
          </p:cNvPr>
          <p:cNvSpPr>
            <a:spLocks noGrp="1"/>
          </p:cNvSpPr>
          <p:nvPr>
            <p:ph type="body" sz="quarter" idx="15"/>
          </p:nvPr>
        </p:nvSpPr>
        <p:spPr/>
        <p:txBody>
          <a:bodyPr rtlCol="0"/>
          <a:lstStyle>
            <a:defPPr>
              <a:defRPr lang="ru-MO"/>
            </a:defPPr>
          </a:lstStyle>
          <a:p>
            <a:pPr rtl="0"/>
            <a:r>
              <a:rPr lang="ru-RU" sz="1400" dirty="0"/>
              <a:t>Цвета</a:t>
            </a:r>
          </a:p>
        </p:txBody>
      </p:sp>
      <p:sp>
        <p:nvSpPr>
          <p:cNvPr id="26" name="Объект 25">
            <a:extLst>
              <a:ext uri="{FF2B5EF4-FFF2-40B4-BE49-F238E27FC236}">
                <a16:creationId xmlns:a16="http://schemas.microsoft.com/office/drawing/2014/main" id="{6ACBEE98-EEED-F89F-8CC0-E8497F8E546E}"/>
              </a:ext>
            </a:extLst>
          </p:cNvPr>
          <p:cNvSpPr>
            <a:spLocks noGrp="1"/>
          </p:cNvSpPr>
          <p:nvPr>
            <p:ph sz="quarter" idx="16"/>
          </p:nvPr>
        </p:nvSpPr>
        <p:spPr/>
        <p:txBody>
          <a:bodyPr rtlCol="0"/>
          <a:lstStyle>
            <a:defPPr>
              <a:defRPr lang="ru-MO"/>
            </a:defPPr>
          </a:lstStyle>
          <a:p>
            <a:pPr lvl="0" rtl="0"/>
            <a:r>
              <a:rPr lang="ru-RU" sz="1300" dirty="0"/>
              <a:t>Фигурки при генерации имеют яркие цвета.</a:t>
            </a:r>
          </a:p>
        </p:txBody>
      </p:sp>
      <p:sp>
        <p:nvSpPr>
          <p:cNvPr id="13" name="Текст 12">
            <a:extLst>
              <a:ext uri="{FF2B5EF4-FFF2-40B4-BE49-F238E27FC236}">
                <a16:creationId xmlns:a16="http://schemas.microsoft.com/office/drawing/2014/main" id="{8850A56B-786B-E4E2-77AC-8193D264E2FE}"/>
              </a:ext>
            </a:extLst>
          </p:cNvPr>
          <p:cNvSpPr>
            <a:spLocks noGrp="1"/>
          </p:cNvSpPr>
          <p:nvPr>
            <p:ph type="body" sz="quarter" idx="17"/>
          </p:nvPr>
        </p:nvSpPr>
        <p:spPr/>
        <p:txBody>
          <a:bodyPr rtlCol="0"/>
          <a:lstStyle>
            <a:defPPr>
              <a:defRPr lang="ru-MO"/>
            </a:defPPr>
          </a:lstStyle>
          <a:p>
            <a:pPr rtl="0"/>
            <a:r>
              <a:rPr lang="ru-RU" sz="1400" dirty="0"/>
              <a:t>Музыка</a:t>
            </a:r>
          </a:p>
        </p:txBody>
      </p:sp>
      <p:sp>
        <p:nvSpPr>
          <p:cNvPr id="27" name="Объект 26">
            <a:extLst>
              <a:ext uri="{FF2B5EF4-FFF2-40B4-BE49-F238E27FC236}">
                <a16:creationId xmlns:a16="http://schemas.microsoft.com/office/drawing/2014/main" id="{5D63848E-7E38-C88A-D15E-40DF95AB07BB}"/>
              </a:ext>
            </a:extLst>
          </p:cNvPr>
          <p:cNvSpPr>
            <a:spLocks noGrp="1"/>
          </p:cNvSpPr>
          <p:nvPr>
            <p:ph sz="quarter" idx="18"/>
          </p:nvPr>
        </p:nvSpPr>
        <p:spPr/>
        <p:txBody>
          <a:bodyPr rtlCol="0"/>
          <a:lstStyle>
            <a:defPPr>
              <a:defRPr lang="ru-MO"/>
            </a:defPPr>
          </a:lstStyle>
          <a:p>
            <a:pPr lvl="0" rtl="0"/>
            <a:r>
              <a:rPr lang="ru-RU" sz="1300" dirty="0"/>
              <a:t>Музыкальные эффекты насыщают игру жизнью и динамикой,</a:t>
            </a:r>
          </a:p>
        </p:txBody>
      </p:sp>
      <p:sp>
        <p:nvSpPr>
          <p:cNvPr id="8" name="Номер слайда 7">
            <a:extLst>
              <a:ext uri="{FF2B5EF4-FFF2-40B4-BE49-F238E27FC236}">
                <a16:creationId xmlns:a16="http://schemas.microsoft.com/office/drawing/2014/main" id="{60DE4CC7-0F16-896F-1EBA-F387E12A24C3}"/>
              </a:ext>
            </a:extLst>
          </p:cNvPr>
          <p:cNvSpPr>
            <a:spLocks noGrp="1"/>
          </p:cNvSpPr>
          <p:nvPr>
            <p:ph type="sldNum" sz="quarter" idx="12"/>
          </p:nvPr>
        </p:nvSpPr>
        <p:spPr/>
        <p:txBody>
          <a:bodyPr rtlCol="0"/>
          <a:lstStyle>
            <a:defPPr>
              <a:defRPr lang="ru-MO"/>
            </a:defPPr>
          </a:lstStyle>
          <a:p>
            <a:pPr rtl="0"/>
            <a:fld id="{294A09A9-5501-47C1-A89A-A340965A2BE2}" type="slidenum">
              <a:rPr lang="ru-RU" smtClean="0"/>
              <a:pPr rtl="0"/>
              <a:t>10</a:t>
            </a:fld>
            <a:endParaRPr lang="ru-RU"/>
          </a:p>
        </p:txBody>
      </p:sp>
    </p:spTree>
    <p:extLst>
      <p:ext uri="{BB962C8B-B14F-4D97-AF65-F5344CB8AC3E}">
        <p14:creationId xmlns:p14="http://schemas.microsoft.com/office/powerpoint/2010/main" val="30087499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 name="Заголовок 40">
            <a:extLst>
              <a:ext uri="{FF2B5EF4-FFF2-40B4-BE49-F238E27FC236}">
                <a16:creationId xmlns:a16="http://schemas.microsoft.com/office/drawing/2014/main" id="{A49ABFAC-D966-9A7C-EFB9-4AA2A4BFCB3B}"/>
              </a:ext>
            </a:extLst>
          </p:cNvPr>
          <p:cNvSpPr>
            <a:spLocks noGrp="1"/>
          </p:cNvSpPr>
          <p:nvPr>
            <p:ph type="title"/>
          </p:nvPr>
        </p:nvSpPr>
        <p:spPr/>
        <p:txBody>
          <a:bodyPr rtlCol="0"/>
          <a:lstStyle>
            <a:defPPr>
              <a:defRPr lang="ru-MO"/>
            </a:defPPr>
          </a:lstStyle>
          <a:p>
            <a:pPr rtl="0"/>
            <a:r>
              <a:rPr lang="ru-RU" dirty="0"/>
              <a:t>Результаты</a:t>
            </a:r>
          </a:p>
        </p:txBody>
      </p:sp>
      <p:sp>
        <p:nvSpPr>
          <p:cNvPr id="7" name="Нижний колонтитул 6">
            <a:extLst>
              <a:ext uri="{FF2B5EF4-FFF2-40B4-BE49-F238E27FC236}">
                <a16:creationId xmlns:a16="http://schemas.microsoft.com/office/drawing/2014/main" id="{6C58156F-B502-2468-F7F7-7EF56BA44FBE}"/>
              </a:ext>
            </a:extLst>
          </p:cNvPr>
          <p:cNvSpPr>
            <a:spLocks noGrp="1"/>
          </p:cNvSpPr>
          <p:nvPr>
            <p:ph type="ftr" sz="quarter" idx="11"/>
          </p:nvPr>
        </p:nvSpPr>
        <p:spPr>
          <a:xfrm>
            <a:off x="4038600" y="12153"/>
            <a:ext cx="4114800" cy="856526"/>
          </a:xfrm>
        </p:spPr>
        <p:txBody>
          <a:bodyPr rtlCol="0"/>
          <a:lstStyle>
            <a:defPPr>
              <a:defRPr lang="ru-MO"/>
            </a:defPPr>
          </a:lstStyle>
          <a:p>
            <a:pPr rtl="0"/>
            <a:r>
              <a:rPr lang="en-US" sz="1400" dirty="0"/>
              <a:t>Cube Cascade</a:t>
            </a:r>
            <a:endParaRPr lang="ru-RU" sz="1400" dirty="0"/>
          </a:p>
        </p:txBody>
      </p:sp>
      <p:sp>
        <p:nvSpPr>
          <p:cNvPr id="42" name="Текст 41">
            <a:extLst>
              <a:ext uri="{FF2B5EF4-FFF2-40B4-BE49-F238E27FC236}">
                <a16:creationId xmlns:a16="http://schemas.microsoft.com/office/drawing/2014/main" id="{E7EE4D5B-87DD-4137-0625-40623A0E8A35}"/>
              </a:ext>
            </a:extLst>
          </p:cNvPr>
          <p:cNvSpPr>
            <a:spLocks noGrp="1"/>
          </p:cNvSpPr>
          <p:nvPr>
            <p:ph type="body" idx="1"/>
          </p:nvPr>
        </p:nvSpPr>
        <p:spPr>
          <a:xfrm>
            <a:off x="3791744" y="2636912"/>
            <a:ext cx="5157787" cy="2178119"/>
          </a:xfrm>
        </p:spPr>
        <p:txBody>
          <a:bodyPr rtlCol="0"/>
          <a:lstStyle>
            <a:defPPr>
              <a:defRPr lang="ru-MO"/>
            </a:defPPr>
          </a:lstStyle>
          <a:p>
            <a:pPr marL="342900" indent="-342900" rtl="0">
              <a:buFont typeface="Arial" panose="020B0604020202020204" pitchFamily="34" charset="0"/>
              <a:buChar char="•"/>
            </a:pPr>
            <a:r>
              <a:rPr lang="ru-RU" dirty="0"/>
              <a:t>Полностью рабочий игровой процесс</a:t>
            </a:r>
          </a:p>
          <a:p>
            <a:pPr marL="342900" indent="-342900" rtl="0">
              <a:buFont typeface="Arial" panose="020B0604020202020204" pitchFamily="34" charset="0"/>
              <a:buChar char="•"/>
            </a:pPr>
            <a:r>
              <a:rPr lang="ru-RU" dirty="0"/>
              <a:t>Сохранение прогресса</a:t>
            </a:r>
          </a:p>
          <a:p>
            <a:pPr marL="342900" indent="-342900" rtl="0">
              <a:buFont typeface="Arial" panose="020B0604020202020204" pitchFamily="34" charset="0"/>
              <a:buChar char="•"/>
            </a:pPr>
            <a:r>
              <a:rPr lang="ru-RU" dirty="0"/>
              <a:t>Поддержка обучения и настроек</a:t>
            </a:r>
          </a:p>
        </p:txBody>
      </p:sp>
      <p:sp>
        <p:nvSpPr>
          <p:cNvPr id="8" name="Номер слайда 7">
            <a:extLst>
              <a:ext uri="{FF2B5EF4-FFF2-40B4-BE49-F238E27FC236}">
                <a16:creationId xmlns:a16="http://schemas.microsoft.com/office/drawing/2014/main" id="{151DE16D-6222-1703-D240-DA742BD7BEF9}"/>
              </a:ext>
            </a:extLst>
          </p:cNvPr>
          <p:cNvSpPr>
            <a:spLocks noGrp="1"/>
          </p:cNvSpPr>
          <p:nvPr>
            <p:ph type="sldNum" sz="quarter" idx="12"/>
          </p:nvPr>
        </p:nvSpPr>
        <p:spPr/>
        <p:txBody>
          <a:bodyPr rtlCol="0"/>
          <a:lstStyle>
            <a:defPPr>
              <a:defRPr lang="ru-MO"/>
            </a:defPPr>
          </a:lstStyle>
          <a:p>
            <a:pPr rtl="0"/>
            <a:fld id="{294A09A9-5501-47C1-A89A-A340965A2BE2}" type="slidenum">
              <a:rPr lang="ru-RU" smtClean="0"/>
              <a:pPr rtl="0"/>
              <a:t>11</a:t>
            </a:fld>
            <a:endParaRPr lang="ru-RU"/>
          </a:p>
        </p:txBody>
      </p:sp>
    </p:spTree>
    <p:extLst>
      <p:ext uri="{BB962C8B-B14F-4D97-AF65-F5344CB8AC3E}">
        <p14:creationId xmlns:p14="http://schemas.microsoft.com/office/powerpoint/2010/main" val="27003175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38F5A0AD-52EA-8A3D-00F9-72C649D792FF}"/>
              </a:ext>
            </a:extLst>
          </p:cNvPr>
          <p:cNvSpPr>
            <a:spLocks noGrp="1"/>
          </p:cNvSpPr>
          <p:nvPr>
            <p:ph type="title"/>
          </p:nvPr>
        </p:nvSpPr>
        <p:spPr/>
        <p:txBody>
          <a:bodyPr rtlCol="0"/>
          <a:lstStyle>
            <a:defPPr>
              <a:defRPr lang="ru-MO"/>
            </a:defPPr>
          </a:lstStyle>
          <a:p>
            <a:pPr rtl="0"/>
            <a:r>
              <a:rPr lang="ru-RU" sz="5400" dirty="0"/>
              <a:t>Будущие планы</a:t>
            </a:r>
          </a:p>
        </p:txBody>
      </p:sp>
      <p:sp>
        <p:nvSpPr>
          <p:cNvPr id="3" name="Текст 2">
            <a:extLst>
              <a:ext uri="{FF2B5EF4-FFF2-40B4-BE49-F238E27FC236}">
                <a16:creationId xmlns:a16="http://schemas.microsoft.com/office/drawing/2014/main" id="{90961576-ECF8-2387-1D6B-533B869103A2}"/>
              </a:ext>
            </a:extLst>
          </p:cNvPr>
          <p:cNvSpPr>
            <a:spLocks noGrp="1"/>
          </p:cNvSpPr>
          <p:nvPr>
            <p:ph type="body" idx="1"/>
          </p:nvPr>
        </p:nvSpPr>
        <p:spPr>
          <a:xfrm>
            <a:off x="612648" y="2438400"/>
            <a:ext cx="3794760" cy="884446"/>
          </a:xfrm>
        </p:spPr>
        <p:txBody>
          <a:bodyPr rtlCol="0"/>
          <a:lstStyle>
            <a:defPPr>
              <a:defRPr lang="ru-MO"/>
            </a:defPPr>
          </a:lstStyle>
          <a:p>
            <a:pPr rtl="0"/>
            <a:r>
              <a:rPr lang="ru-RU" sz="1800" dirty="0"/>
              <a:t>Дополнения</a:t>
            </a:r>
            <a:r>
              <a:rPr lang="en-US" sz="1800" dirty="0"/>
              <a:t>:</a:t>
            </a:r>
            <a:endParaRPr lang="ru-RU" sz="1800" dirty="0"/>
          </a:p>
        </p:txBody>
      </p:sp>
      <p:sp>
        <p:nvSpPr>
          <p:cNvPr id="4" name="Объект 3">
            <a:extLst>
              <a:ext uri="{FF2B5EF4-FFF2-40B4-BE49-F238E27FC236}">
                <a16:creationId xmlns:a16="http://schemas.microsoft.com/office/drawing/2014/main" id="{642609F2-7307-B671-065E-0168414672CB}"/>
              </a:ext>
            </a:extLst>
          </p:cNvPr>
          <p:cNvSpPr>
            <a:spLocks noGrp="1"/>
          </p:cNvSpPr>
          <p:nvPr>
            <p:ph sz="half" idx="2"/>
          </p:nvPr>
        </p:nvSpPr>
        <p:spPr>
          <a:xfrm>
            <a:off x="612648" y="3322846"/>
            <a:ext cx="3419856" cy="2925554"/>
          </a:xfrm>
        </p:spPr>
        <p:txBody>
          <a:bodyPr rtlCol="0"/>
          <a:lstStyle>
            <a:defPPr>
              <a:defRPr lang="ru-MO"/>
            </a:defPPr>
          </a:lstStyle>
          <a:p>
            <a:pPr rtl="0"/>
            <a:r>
              <a:rPr lang="ru-RU" sz="1400" dirty="0" err="1"/>
              <a:t>Мультиплеерный</a:t>
            </a:r>
            <a:r>
              <a:rPr lang="ru-RU" sz="1400" dirty="0"/>
              <a:t> режим</a:t>
            </a:r>
          </a:p>
          <a:p>
            <a:pPr rtl="0"/>
            <a:r>
              <a:rPr lang="ru-RU" sz="1400" dirty="0"/>
              <a:t>Турниры и соревнования на время</a:t>
            </a:r>
          </a:p>
        </p:txBody>
      </p:sp>
      <p:sp>
        <p:nvSpPr>
          <p:cNvPr id="12" name="Текст 11">
            <a:extLst>
              <a:ext uri="{FF2B5EF4-FFF2-40B4-BE49-F238E27FC236}">
                <a16:creationId xmlns:a16="http://schemas.microsoft.com/office/drawing/2014/main" id="{B1A869CC-7228-424F-689B-19D4CEA20FF0}"/>
              </a:ext>
            </a:extLst>
          </p:cNvPr>
          <p:cNvSpPr>
            <a:spLocks noGrp="1"/>
          </p:cNvSpPr>
          <p:nvPr>
            <p:ph type="body" sz="quarter" idx="3"/>
          </p:nvPr>
        </p:nvSpPr>
        <p:spPr/>
        <p:txBody>
          <a:bodyPr rtlCol="0"/>
          <a:lstStyle>
            <a:defPPr>
              <a:defRPr lang="ru-MO"/>
            </a:defPPr>
          </a:lstStyle>
          <a:p>
            <a:pPr rtl="0"/>
            <a:r>
              <a:rPr lang="ru-RU" sz="1800" dirty="0"/>
              <a:t>Оптимизация:</a:t>
            </a:r>
          </a:p>
        </p:txBody>
      </p:sp>
      <p:sp>
        <p:nvSpPr>
          <p:cNvPr id="14" name="Объект 13">
            <a:extLst>
              <a:ext uri="{FF2B5EF4-FFF2-40B4-BE49-F238E27FC236}">
                <a16:creationId xmlns:a16="http://schemas.microsoft.com/office/drawing/2014/main" id="{110B594D-EC9B-B552-2A8F-EE5113E8B143}"/>
              </a:ext>
            </a:extLst>
          </p:cNvPr>
          <p:cNvSpPr>
            <a:spLocks noGrp="1"/>
          </p:cNvSpPr>
          <p:nvPr>
            <p:ph sz="quarter" idx="4"/>
          </p:nvPr>
        </p:nvSpPr>
        <p:spPr>
          <a:xfrm>
            <a:off x="4407408" y="3322846"/>
            <a:ext cx="3419856" cy="2925554"/>
          </a:xfrm>
        </p:spPr>
        <p:txBody>
          <a:bodyPr rtlCol="0"/>
          <a:lstStyle>
            <a:defPPr>
              <a:defRPr lang="ru-MO"/>
            </a:defPPr>
          </a:lstStyle>
          <a:p>
            <a:pPr rtl="0"/>
            <a:r>
              <a:rPr lang="ru-RU" sz="1400" dirty="0"/>
              <a:t>Улучшение визуальных эффектов</a:t>
            </a:r>
          </a:p>
          <a:p>
            <a:pPr rtl="0"/>
            <a:r>
              <a:rPr lang="ru-RU" sz="1400" dirty="0"/>
              <a:t>Поддержка на других </a:t>
            </a:r>
            <a:r>
              <a:rPr lang="ru-RU" sz="1400" dirty="0" err="1"/>
              <a:t>устроуствах</a:t>
            </a:r>
            <a:endParaRPr lang="ru-RU" sz="1400" dirty="0"/>
          </a:p>
          <a:p>
            <a:pPr rtl="0"/>
            <a:endParaRPr lang="ru-RU" sz="1400" dirty="0"/>
          </a:p>
        </p:txBody>
      </p:sp>
      <p:sp>
        <p:nvSpPr>
          <p:cNvPr id="9" name="Текст 8">
            <a:extLst>
              <a:ext uri="{FF2B5EF4-FFF2-40B4-BE49-F238E27FC236}">
                <a16:creationId xmlns:a16="http://schemas.microsoft.com/office/drawing/2014/main" id="{EBAA58E7-F0D8-F39A-CEFD-71E5913073EF}"/>
              </a:ext>
            </a:extLst>
          </p:cNvPr>
          <p:cNvSpPr>
            <a:spLocks noGrp="1"/>
          </p:cNvSpPr>
          <p:nvPr>
            <p:ph type="body" sz="quarter" idx="13"/>
          </p:nvPr>
        </p:nvSpPr>
        <p:spPr/>
        <p:txBody>
          <a:bodyPr rtlCol="0"/>
          <a:lstStyle>
            <a:defPPr>
              <a:defRPr lang="ru-MO"/>
            </a:defPPr>
          </a:lstStyle>
          <a:p>
            <a:pPr rtl="0"/>
            <a:r>
              <a:rPr lang="ru-RU" sz="1800" dirty="0"/>
              <a:t>Публикация:</a:t>
            </a:r>
          </a:p>
        </p:txBody>
      </p:sp>
      <p:sp>
        <p:nvSpPr>
          <p:cNvPr id="10" name="Объект 9">
            <a:extLst>
              <a:ext uri="{FF2B5EF4-FFF2-40B4-BE49-F238E27FC236}">
                <a16:creationId xmlns:a16="http://schemas.microsoft.com/office/drawing/2014/main" id="{E54F306D-CD94-F11A-8633-26962EE68BF7}"/>
              </a:ext>
            </a:extLst>
          </p:cNvPr>
          <p:cNvSpPr>
            <a:spLocks noGrp="1"/>
          </p:cNvSpPr>
          <p:nvPr>
            <p:ph sz="quarter" idx="14"/>
          </p:nvPr>
        </p:nvSpPr>
        <p:spPr>
          <a:xfrm>
            <a:off x="8183880" y="3322846"/>
            <a:ext cx="3419856" cy="2925554"/>
          </a:xfrm>
        </p:spPr>
        <p:txBody>
          <a:bodyPr rtlCol="0"/>
          <a:lstStyle>
            <a:defPPr>
              <a:defRPr lang="ru-MO"/>
            </a:defPPr>
          </a:lstStyle>
          <a:p>
            <a:pPr rtl="0"/>
            <a:r>
              <a:rPr lang="ru-RU" sz="1400" dirty="0"/>
              <a:t>Выпуск игры на платформы (например, </a:t>
            </a:r>
            <a:r>
              <a:rPr lang="en-US" sz="1400" dirty="0"/>
              <a:t>Steam)</a:t>
            </a:r>
            <a:endParaRPr lang="ru-RU" sz="1400" dirty="0"/>
          </a:p>
        </p:txBody>
      </p:sp>
      <p:sp>
        <p:nvSpPr>
          <p:cNvPr id="7" name="Нижний колонтитул 6">
            <a:extLst>
              <a:ext uri="{FF2B5EF4-FFF2-40B4-BE49-F238E27FC236}">
                <a16:creationId xmlns:a16="http://schemas.microsoft.com/office/drawing/2014/main" id="{0E08FD8E-3A0A-CCD4-5C2F-5B65BE73CBC5}"/>
              </a:ext>
            </a:extLst>
          </p:cNvPr>
          <p:cNvSpPr>
            <a:spLocks noGrp="1"/>
          </p:cNvSpPr>
          <p:nvPr>
            <p:ph type="ftr" sz="quarter" idx="11"/>
          </p:nvPr>
        </p:nvSpPr>
        <p:spPr/>
        <p:txBody>
          <a:bodyPr rtlCol="0"/>
          <a:lstStyle>
            <a:defPPr>
              <a:defRPr lang="ru-MO"/>
            </a:defPPr>
          </a:lstStyle>
          <a:p>
            <a:pPr rtl="0"/>
            <a:r>
              <a:rPr lang="ru-RU"/>
              <a:t>ЗАГОЛОВОК ПРЕЗЕНТАЦИИ</a:t>
            </a:r>
          </a:p>
        </p:txBody>
      </p:sp>
      <p:sp>
        <p:nvSpPr>
          <p:cNvPr id="8" name="Номер слайда 7">
            <a:extLst>
              <a:ext uri="{FF2B5EF4-FFF2-40B4-BE49-F238E27FC236}">
                <a16:creationId xmlns:a16="http://schemas.microsoft.com/office/drawing/2014/main" id="{94786B75-8C5A-A01F-F202-D3CB14D3031F}"/>
              </a:ext>
            </a:extLst>
          </p:cNvPr>
          <p:cNvSpPr>
            <a:spLocks noGrp="1"/>
          </p:cNvSpPr>
          <p:nvPr>
            <p:ph type="sldNum" sz="quarter" idx="12"/>
          </p:nvPr>
        </p:nvSpPr>
        <p:spPr/>
        <p:txBody>
          <a:bodyPr rtlCol="0"/>
          <a:lstStyle>
            <a:defPPr>
              <a:defRPr lang="ru-MO"/>
            </a:defPPr>
          </a:lstStyle>
          <a:p>
            <a:pPr rtl="0"/>
            <a:fld id="{294A09A9-5501-47C1-A89A-A340965A2BE2}" type="slidenum">
              <a:rPr lang="ru-RU" smtClean="0"/>
              <a:pPr rtl="0"/>
              <a:t>12</a:t>
            </a:fld>
            <a:endParaRPr lang="ru-RU"/>
          </a:p>
        </p:txBody>
      </p:sp>
    </p:spTree>
    <p:extLst>
      <p:ext uri="{BB962C8B-B14F-4D97-AF65-F5344CB8AC3E}">
        <p14:creationId xmlns:p14="http://schemas.microsoft.com/office/powerpoint/2010/main" val="235299373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51DF3D98-3C30-4CFC-8643-C81E829C8C25}"/>
              </a:ext>
            </a:extLst>
          </p:cNvPr>
          <p:cNvSpPr>
            <a:spLocks noGrp="1"/>
          </p:cNvSpPr>
          <p:nvPr>
            <p:ph type="ctrTitle"/>
          </p:nvPr>
        </p:nvSpPr>
        <p:spPr/>
        <p:txBody>
          <a:bodyPr rtlCol="0" anchor="t">
            <a:noAutofit/>
          </a:bodyPr>
          <a:lstStyle>
            <a:defPPr>
              <a:defRPr lang="ru-MO"/>
            </a:defPPr>
          </a:lstStyle>
          <a:p>
            <a:pPr algn="l" rtl="0"/>
            <a:r>
              <a:rPr lang="ru-RU" sz="9600" spc="300" dirty="0">
                <a:ln w="28575">
                  <a:solidFill>
                    <a:schemeClr val="tx1"/>
                  </a:solidFill>
                </a:ln>
                <a:noFill/>
              </a:rPr>
              <a:t>СПАСИБО</a:t>
            </a:r>
          </a:p>
        </p:txBody>
      </p:sp>
      <p:sp>
        <p:nvSpPr>
          <p:cNvPr id="3" name="Подзаголовок 2">
            <a:extLst>
              <a:ext uri="{FF2B5EF4-FFF2-40B4-BE49-F238E27FC236}">
                <a16:creationId xmlns:a16="http://schemas.microsoft.com/office/drawing/2014/main" id="{A068D447-28D3-4F5F-B2DC-FD67E9015868}"/>
              </a:ext>
            </a:extLst>
          </p:cNvPr>
          <p:cNvSpPr>
            <a:spLocks noGrp="1"/>
          </p:cNvSpPr>
          <p:nvPr>
            <p:ph type="subTitle" idx="1"/>
          </p:nvPr>
        </p:nvSpPr>
        <p:spPr/>
        <p:txBody>
          <a:bodyPr rtlCol="0" anchor="t">
            <a:normAutofit lnSpcReduction="10000"/>
          </a:bodyPr>
          <a:lstStyle>
            <a:defPPr>
              <a:defRPr lang="ru-MO"/>
            </a:defPPr>
          </a:lstStyle>
          <a:p>
            <a:pPr marL="0" indent="0" algn="l" rtl="0">
              <a:buNone/>
            </a:pPr>
            <a:r>
              <a:rPr lang="ru-RU" b="1" dirty="0"/>
              <a:t>Аркадий, Бахара</a:t>
            </a:r>
          </a:p>
          <a:p>
            <a:pPr marL="0" indent="0" algn="l" rtl="0">
              <a:buNone/>
            </a:pPr>
            <a:r>
              <a:rPr lang="en-US" b="1" dirty="0" err="1"/>
              <a:t>nepishi</a:t>
            </a:r>
            <a:r>
              <a:rPr lang="ru-RU" b="1" dirty="0"/>
              <a:t>@</a:t>
            </a:r>
            <a:r>
              <a:rPr lang="en-US" dirty="0" err="1"/>
              <a:t>suda</a:t>
            </a:r>
            <a:r>
              <a:rPr lang="ru-RU" b="1" dirty="0"/>
              <a:t>.</a:t>
            </a:r>
            <a:r>
              <a:rPr lang="en-US" b="1" dirty="0"/>
              <a:t>dot</a:t>
            </a:r>
            <a:endParaRPr lang="ru-RU" b="1" dirty="0"/>
          </a:p>
          <a:p>
            <a:pPr marL="0" indent="0" algn="l" rtl="0">
              <a:buNone/>
            </a:pPr>
            <a:r>
              <a:rPr lang="en-US" b="1" dirty="0"/>
              <a:t>https://github.com/Gobzik/Cube-Cascade</a:t>
            </a:r>
            <a:endParaRPr lang="ru-RU" b="1" dirty="0"/>
          </a:p>
        </p:txBody>
      </p:sp>
    </p:spTree>
    <p:extLst>
      <p:ext uri="{BB962C8B-B14F-4D97-AF65-F5344CB8AC3E}">
        <p14:creationId xmlns:p14="http://schemas.microsoft.com/office/powerpoint/2010/main" val="627731054"/>
      </p:ext>
    </p:extLst>
  </p:cSld>
  <p:clrMapOvr>
    <a:masterClrMapping/>
  </p:clrMapOvr>
</p:sld>
</file>

<file path=ppt/theme/theme1.xml><?xml version="1.0" encoding="utf-8"?>
<a:theme xmlns:a="http://schemas.openxmlformats.org/drawingml/2006/main" name="Тема Office">
  <a:themeElements>
    <a:clrScheme name="Droplet">
      <a:dk1>
        <a:srgbClr val="000000"/>
      </a:dk1>
      <a:lt1>
        <a:srgbClr val="FFFFFF"/>
      </a:lt1>
      <a:dk2>
        <a:srgbClr val="0065A8"/>
      </a:dk2>
      <a:lt2>
        <a:srgbClr val="E7E6E6"/>
      </a:lt2>
      <a:accent1>
        <a:srgbClr val="FDCFFD"/>
      </a:accent1>
      <a:accent2>
        <a:srgbClr val="B6DFFF"/>
      </a:accent2>
      <a:accent3>
        <a:srgbClr val="8AE3A8"/>
      </a:accent3>
      <a:accent4>
        <a:srgbClr val="A69BFB"/>
      </a:accent4>
      <a:accent5>
        <a:srgbClr val="B5C3FF"/>
      </a:accent5>
      <a:accent6>
        <a:srgbClr val="73E9C4"/>
      </a:accent6>
      <a:hlink>
        <a:srgbClr val="0563C1"/>
      </a:hlink>
      <a:folHlink>
        <a:srgbClr val="954F72"/>
      </a:folHlink>
    </a:clrScheme>
    <a:fontScheme name="Custom 21">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_68771600_TF34316244_Win32" id="{F23ED7DB-3505-4CCC-A23C-737A653B864F}" vid="{EE05B8AF-BDE5-44BA-8AE4-882478C46B66}"/>
    </a:ext>
  </a:extLst>
</a:theme>
</file>

<file path=ppt/theme/theme2.xml><?xml version="1.0" encoding="utf-8"?>
<a:theme xmlns:a="http://schemas.openxmlformats.org/drawingml/2006/main" name="Тема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Тема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3AB9CED55E8F8543BEFD54205924B97E" ma:contentTypeVersion="15" ma:contentTypeDescription="Create a new document." ma:contentTypeScope="" ma:versionID="7934cfc98febfa177962bc8a36be076c">
  <xsd:schema xmlns:xsd="http://www.w3.org/2001/XMLSchema" xmlns:xs="http://www.w3.org/2001/XMLSchema" xmlns:p="http://schemas.microsoft.com/office/2006/metadata/properties" xmlns:ns2="4f0d45a2-344c-4fe0-9811-4277bf2c2e17" xmlns:ns3="bb13cd20-357b-48a5-aff4-3bb4b52aae3e" targetNamespace="http://schemas.microsoft.com/office/2006/metadata/properties" ma:root="true" ma:fieldsID="aa190bc864bcebc737c679dbb323a16d" ns2:_="" ns3:_="">
    <xsd:import namespace="4f0d45a2-344c-4fe0-9811-4277bf2c2e17"/>
    <xsd:import namespace="bb13cd20-357b-48a5-aff4-3bb4b52aae3e"/>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AutoTags" minOccurs="0"/>
                <xsd:element ref="ns2:MediaLengthInSeconds" minOccurs="0"/>
                <xsd:element ref="ns2:MediaServiceGenerationTime" minOccurs="0"/>
                <xsd:element ref="ns2:MediaServiceEventHashCode" minOccurs="0"/>
                <xsd:element ref="ns2:MediaServiceOCR" minOccurs="0"/>
                <xsd:element ref="ns2:MediaServiceAutoKeyPoints" minOccurs="0"/>
                <xsd:element ref="ns2:MediaServiceKeyPoints" minOccurs="0"/>
                <xsd:element ref="ns3:SharedWithUsers" minOccurs="0"/>
                <xsd:element ref="ns3:SharedWithDetails" minOccurs="0"/>
                <xsd:element ref="ns2:lcf76f155ced4ddcb4097134ff3c332f" minOccurs="0"/>
                <xsd:element ref="ns3:TaxCatchAll"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f0d45a2-344c-4fe0-9811-4277bf2c2e17"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1" nillable="true" ma:displayName="Tags" ma:internalName="MediaServiceAutoTags" ma:readOnly="true">
      <xsd:simpleType>
        <xsd:restriction base="dms:Text"/>
      </xsd:simpleType>
    </xsd:element>
    <xsd:element name="MediaLengthInSeconds" ma:index="12" nillable="true" ma:displayName="MediaLengthInSeconds" ma:hidden="true" ma:internalName="MediaLengthInSeconds" ma:readOnly="true">
      <xsd:simpleType>
        <xsd:restriction base="dms:Unknown"/>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true">
      <xsd:simpleType>
        <xsd:restriction base="dms:Note">
          <xsd:maxLength value="255"/>
        </xsd:restriction>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242cf434-6fa7-423d-b9b2-a30b23ae4b81" ma:termSetId="09814cd3-568e-fe90-9814-8d621ff8fb84" ma:anchorId="fba54fb3-c3e1-fe81-a776-ca4b69148c4d"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bb13cd20-357b-48a5-aff4-3bb4b52aae3e" elementFormDefault="qualified">
    <xsd:import namespace="http://schemas.microsoft.com/office/2006/documentManagement/types"/>
    <xsd:import namespace="http://schemas.microsoft.com/office/infopath/2007/PartnerControls"/>
    <xsd:element name="SharedWithUsers" ma:index="1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9"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48435a69-c5f6-4b2d-823a-b7e1eae613dc}" ma:internalName="TaxCatchAll" ma:showField="CatchAllData" ma:web="bb13cd20-357b-48a5-aff4-3bb4b52aae3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bb13cd20-357b-48a5-aff4-3bb4b52aae3e" xsi:nil="true"/>
    <MediaServiceKeyPoints xmlns="4f0d45a2-344c-4fe0-9811-4277bf2c2e17" xsi:nil="true"/>
    <lcf76f155ced4ddcb4097134ff3c332f xmlns="4f0d45a2-344c-4fe0-9811-4277bf2c2e17">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2F87CEBD-BBDE-418A-B819-466B763DD4B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f0d45a2-344c-4fe0-9811-4277bf2c2e17"/>
    <ds:schemaRef ds:uri="bb13cd20-357b-48a5-aff4-3bb4b52aae3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2421B937-7172-47A3-B8EF-010B04CBBB90}">
  <ds:schemaRefs>
    <ds:schemaRef ds:uri="http://schemas.microsoft.com/sharepoint/v3/contenttype/forms"/>
  </ds:schemaRefs>
</ds:datastoreItem>
</file>

<file path=customXml/itemProps3.xml><?xml version="1.0" encoding="utf-8"?>
<ds:datastoreItem xmlns:ds="http://schemas.openxmlformats.org/officeDocument/2006/customXml" ds:itemID="{B14FA603-F875-4A03-93C9-402691CFAD8E}">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 ds:uri="bb13cd20-357b-48a5-aff4-3bb4b52aae3e"/>
    <ds:schemaRef ds:uri="4f0d45a2-344c-4fe0-9811-4277bf2c2e17"/>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Оформление Капля</Template>
  <TotalTime>61</TotalTime>
  <Words>324</Words>
  <Application>Microsoft Office PowerPoint</Application>
  <PresentationFormat>Широкоэкранный</PresentationFormat>
  <Paragraphs>116</Paragraphs>
  <Slides>13</Slides>
  <Notes>12</Notes>
  <HiddenSlides>0</HiddenSlides>
  <MMClips>0</MMClips>
  <ScaleCrop>false</ScaleCrop>
  <HeadingPairs>
    <vt:vector size="6" baseType="variant">
      <vt:variant>
        <vt:lpstr>Использованные шрифты</vt:lpstr>
      </vt:variant>
      <vt:variant>
        <vt:i4>3</vt:i4>
      </vt:variant>
      <vt:variant>
        <vt:lpstr>Тема</vt:lpstr>
      </vt:variant>
      <vt:variant>
        <vt:i4>1</vt:i4>
      </vt:variant>
      <vt:variant>
        <vt:lpstr>Заголовки слайдов</vt:lpstr>
      </vt:variant>
      <vt:variant>
        <vt:i4>13</vt:i4>
      </vt:variant>
    </vt:vector>
  </HeadingPairs>
  <TitlesOfParts>
    <vt:vector size="17" baseType="lpstr">
      <vt:lpstr>Arial</vt:lpstr>
      <vt:lpstr>Bahnschrift SemiBold SemiConden</vt:lpstr>
      <vt:lpstr>Calibri</vt:lpstr>
      <vt:lpstr>Тема Office</vt:lpstr>
      <vt:lpstr>Cube cascade</vt:lpstr>
      <vt:lpstr>Идея проекта</vt:lpstr>
      <vt:lpstr>Механика игры</vt:lpstr>
      <vt:lpstr>Интерфейс</vt:lpstr>
      <vt:lpstr>Главное меню</vt:lpstr>
      <vt:lpstr>Classic</vt:lpstr>
      <vt:lpstr>Презентация PowerPoint</vt:lpstr>
      <vt:lpstr>Удачные возможности для бизнеса похожи на автобусы. Всегда появится следующая.</vt:lpstr>
      <vt:lpstr>Архитектура проекта</vt:lpstr>
      <vt:lpstr>Визуальные и звуковые эффекты</vt:lpstr>
      <vt:lpstr>Результаты</vt:lpstr>
      <vt:lpstr>Будущие планы</vt:lpstr>
      <vt:lpstr>СПАСИБО</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Arkadiy Gulyakov</dc:creator>
  <cp:lastModifiedBy>Arkadiy Gulyakov</cp:lastModifiedBy>
  <cp:revision>2</cp:revision>
  <dcterms:created xsi:type="dcterms:W3CDTF">2025-01-22T18:28:44Z</dcterms:created>
  <dcterms:modified xsi:type="dcterms:W3CDTF">2025-01-23T19:06:57Z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0x0101003AB9CED55E8F8543BEFD54205924B97E</vt:lpwstr>
  </property>
</Properties>
</file>